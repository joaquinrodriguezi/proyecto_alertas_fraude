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7" r:id="rId9"/>
    <p:sldId id="268" r:id="rId10"/>
    <p:sldId id="266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7D9E45-04EC-48D5-9574-895BE82E86FF}" v="298" dt="2026-03-23T17:34:28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97" d="100"/>
          <a:sy n="97" d="100"/>
        </p:scale>
        <p:origin x="20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che Rodriguez" userId="2194c5a319590c0a" providerId="LiveId" clId="{4D019A8E-D996-4B31-94EE-8F6843695E6A}"/>
    <pc:docChg chg="undo redo custSel addSld modSld sldOrd">
      <pc:chgData name="Tuche Rodriguez" userId="2194c5a319590c0a" providerId="LiveId" clId="{4D019A8E-D996-4B31-94EE-8F6843695E6A}" dt="2026-03-23T17:34:36.577" v="2460" actId="113"/>
      <pc:docMkLst>
        <pc:docMk/>
      </pc:docMkLst>
      <pc:sldChg chg="addSp delSp modSp mod setBg">
        <pc:chgData name="Tuche Rodriguez" userId="2194c5a319590c0a" providerId="LiveId" clId="{4D019A8E-D996-4B31-94EE-8F6843695E6A}" dt="2026-03-22T23:36:58.224" v="290"/>
        <pc:sldMkLst>
          <pc:docMk/>
          <pc:sldMk cId="839979508" sldId="259"/>
        </pc:sldMkLst>
        <pc:spChg chg="mod">
          <ac:chgData name="Tuche Rodriguez" userId="2194c5a319590c0a" providerId="LiveId" clId="{4D019A8E-D996-4B31-94EE-8F6843695E6A}" dt="2026-03-22T23:20:55.046" v="6" actId="1076"/>
          <ac:spMkLst>
            <pc:docMk/>
            <pc:sldMk cId="839979508" sldId="259"/>
            <ac:spMk id="2" creationId="{927A8BCA-DB29-0695-56A2-80C4D35CDAE2}"/>
          </ac:spMkLst>
        </pc:spChg>
        <pc:spChg chg="mod">
          <ac:chgData name="Tuche Rodriguez" userId="2194c5a319590c0a" providerId="LiveId" clId="{4D019A8E-D996-4B31-94EE-8F6843695E6A}" dt="2026-03-22T23:35:45.950" v="288" actId="122"/>
          <ac:spMkLst>
            <pc:docMk/>
            <pc:sldMk cId="839979508" sldId="259"/>
            <ac:spMk id="4" creationId="{8F011737-2F6A-A833-B892-7AC2BE201227}"/>
          </ac:spMkLst>
        </pc:spChg>
        <pc:spChg chg="add del mod">
          <ac:chgData name="Tuche Rodriguez" userId="2194c5a319590c0a" providerId="LiveId" clId="{4D019A8E-D996-4B31-94EE-8F6843695E6A}" dt="2026-03-22T23:20:41.633" v="1" actId="478"/>
          <ac:spMkLst>
            <pc:docMk/>
            <pc:sldMk cId="839979508" sldId="259"/>
            <ac:spMk id="6" creationId="{FE6A47FF-B7AF-C615-A39D-8109C527E4D2}"/>
          </ac:spMkLst>
        </pc:spChg>
        <pc:spChg chg="add mod">
          <ac:chgData name="Tuche Rodriguez" userId="2194c5a319590c0a" providerId="LiveId" clId="{4D019A8E-D996-4B31-94EE-8F6843695E6A}" dt="2026-03-22T23:35:13.220" v="286" actId="1076"/>
          <ac:spMkLst>
            <pc:docMk/>
            <pc:sldMk cId="839979508" sldId="259"/>
            <ac:spMk id="13" creationId="{530755C5-0D64-6E65-6473-DA2A0643D0C2}"/>
          </ac:spMkLst>
        </pc:spChg>
        <pc:spChg chg="add mod">
          <ac:chgData name="Tuche Rodriguez" userId="2194c5a319590c0a" providerId="LiveId" clId="{4D019A8E-D996-4B31-94EE-8F6843695E6A}" dt="2026-03-22T23:35:10.960" v="285" actId="1076"/>
          <ac:spMkLst>
            <pc:docMk/>
            <pc:sldMk cId="839979508" sldId="259"/>
            <ac:spMk id="15" creationId="{8BA20F69-3E7B-68B6-0D9C-AFEF2BC16E81}"/>
          </ac:spMkLst>
        </pc:spChg>
        <pc:spChg chg="add mod">
          <ac:chgData name="Tuche Rodriguez" userId="2194c5a319590c0a" providerId="LiveId" clId="{4D019A8E-D996-4B31-94EE-8F6843695E6A}" dt="2026-03-22T23:34:12.374" v="263" actId="1076"/>
          <ac:spMkLst>
            <pc:docMk/>
            <pc:sldMk cId="839979508" sldId="259"/>
            <ac:spMk id="16" creationId="{FCC17613-0C6F-2924-5BDF-D1A72A9192A5}"/>
          </ac:spMkLst>
        </pc:spChg>
        <pc:graphicFrameChg chg="add del mod modGraphic">
          <ac:chgData name="Tuche Rodriguez" userId="2194c5a319590c0a" providerId="LiveId" clId="{4D019A8E-D996-4B31-94EE-8F6843695E6A}" dt="2026-03-22T23:22:04.235" v="13" actId="478"/>
          <ac:graphicFrameMkLst>
            <pc:docMk/>
            <pc:sldMk cId="839979508" sldId="259"/>
            <ac:graphicFrameMk id="7" creationId="{AD349AE0-29AC-CB66-27A4-CE47D5A1B3CF}"/>
          </ac:graphicFrameMkLst>
        </pc:graphicFrameChg>
        <pc:graphicFrameChg chg="add del mod modGraphic">
          <ac:chgData name="Tuche Rodriguez" userId="2194c5a319590c0a" providerId="LiveId" clId="{4D019A8E-D996-4B31-94EE-8F6843695E6A}" dt="2026-03-22T23:22:17.382" v="17" actId="478"/>
          <ac:graphicFrameMkLst>
            <pc:docMk/>
            <pc:sldMk cId="839979508" sldId="259"/>
            <ac:graphicFrameMk id="8" creationId="{6BFFEDD6-DD4C-BD18-50B2-F8AA18482FA1}"/>
          </ac:graphicFrameMkLst>
        </pc:graphicFrameChg>
        <pc:graphicFrameChg chg="add del mod">
          <ac:chgData name="Tuche Rodriguez" userId="2194c5a319590c0a" providerId="LiveId" clId="{4D019A8E-D996-4B31-94EE-8F6843695E6A}" dt="2026-03-22T23:23:27.291" v="56" actId="478"/>
          <ac:graphicFrameMkLst>
            <pc:docMk/>
            <pc:sldMk cId="839979508" sldId="259"/>
            <ac:graphicFrameMk id="9" creationId="{7B5F6B33-2064-7201-8451-49FF68BD0D1A}"/>
          </ac:graphicFrameMkLst>
        </pc:graphicFrameChg>
        <pc:graphicFrameChg chg="add del mod modGraphic">
          <ac:chgData name="Tuche Rodriguez" userId="2194c5a319590c0a" providerId="LiveId" clId="{4D019A8E-D996-4B31-94EE-8F6843695E6A}" dt="2026-03-22T23:24:19.013" v="62" actId="478"/>
          <ac:graphicFrameMkLst>
            <pc:docMk/>
            <pc:sldMk cId="839979508" sldId="259"/>
            <ac:graphicFrameMk id="11" creationId="{808079C6-FAB2-5AD7-305E-6F854B442EFD}"/>
          </ac:graphicFrameMkLst>
        </pc:graphicFrameChg>
        <pc:graphicFrameChg chg="add del mod">
          <ac:chgData name="Tuche Rodriguez" userId="2194c5a319590c0a" providerId="LiveId" clId="{4D019A8E-D996-4B31-94EE-8F6843695E6A}" dt="2026-03-22T23:24:59.423" v="69" actId="478"/>
          <ac:graphicFrameMkLst>
            <pc:docMk/>
            <pc:sldMk cId="839979508" sldId="259"/>
            <ac:graphicFrameMk id="12" creationId="{FD596283-4FBD-6B11-9265-83101E2B8EEE}"/>
          </ac:graphicFrameMkLst>
        </pc:graphicFrameChg>
        <pc:graphicFrameChg chg="add del mod">
          <ac:chgData name="Tuche Rodriguez" userId="2194c5a319590c0a" providerId="LiveId" clId="{4D019A8E-D996-4B31-94EE-8F6843695E6A}" dt="2026-03-22T23:27:21.341" v="118" actId="478"/>
          <ac:graphicFrameMkLst>
            <pc:docMk/>
            <pc:sldMk cId="839979508" sldId="259"/>
            <ac:graphicFrameMk id="14" creationId="{4028EC87-37AE-1EAF-7C02-4497F9834077}"/>
          </ac:graphicFrameMkLst>
        </pc:graphicFrameChg>
        <pc:picChg chg="del">
          <ac:chgData name="Tuche Rodriguez" userId="2194c5a319590c0a" providerId="LiveId" clId="{4D019A8E-D996-4B31-94EE-8F6843695E6A}" dt="2026-03-22T23:20:38.114" v="0" actId="478"/>
          <ac:picMkLst>
            <pc:docMk/>
            <pc:sldMk cId="839979508" sldId="259"/>
            <ac:picMk id="5" creationId="{30BE29A5-BEBE-47B7-AFDC-6C37BFF6EA42}"/>
          </ac:picMkLst>
        </pc:picChg>
      </pc:sldChg>
      <pc:sldChg chg="addSp delSp modSp mod setBg">
        <pc:chgData name="Tuche Rodriguez" userId="2194c5a319590c0a" providerId="LiveId" clId="{4D019A8E-D996-4B31-94EE-8F6843695E6A}" dt="2026-03-22T23:41:18.366" v="325" actId="1076"/>
        <pc:sldMkLst>
          <pc:docMk/>
          <pc:sldMk cId="186639011" sldId="260"/>
        </pc:sldMkLst>
        <pc:spChg chg="mod">
          <ac:chgData name="Tuche Rodriguez" userId="2194c5a319590c0a" providerId="LiveId" clId="{4D019A8E-D996-4B31-94EE-8F6843695E6A}" dt="2026-03-22T23:38:01.992" v="298" actId="1076"/>
          <ac:spMkLst>
            <pc:docMk/>
            <pc:sldMk cId="186639011" sldId="260"/>
            <ac:spMk id="2" creationId="{EA4D2499-805E-0C80-BE26-D9B3C1CAD6BD}"/>
          </ac:spMkLst>
        </pc:spChg>
        <pc:spChg chg="del">
          <ac:chgData name="Tuche Rodriguez" userId="2194c5a319590c0a" providerId="LiveId" clId="{4D019A8E-D996-4B31-94EE-8F6843695E6A}" dt="2026-03-22T23:40:36.516" v="314" actId="478"/>
          <ac:spMkLst>
            <pc:docMk/>
            <pc:sldMk cId="186639011" sldId="260"/>
            <ac:spMk id="4" creationId="{8BE6CF45-A526-D768-72C3-3ECA4D61C6E2}"/>
          </ac:spMkLst>
        </pc:spChg>
        <pc:spChg chg="add del mod">
          <ac:chgData name="Tuche Rodriguez" userId="2194c5a319590c0a" providerId="LiveId" clId="{4D019A8E-D996-4B31-94EE-8F6843695E6A}" dt="2026-03-22T23:37:44.339" v="295" actId="478"/>
          <ac:spMkLst>
            <pc:docMk/>
            <pc:sldMk cId="186639011" sldId="260"/>
            <ac:spMk id="6" creationId="{AED8AC74-FAB1-2E2C-67F8-9D341051606E}"/>
          </ac:spMkLst>
        </pc:spChg>
        <pc:spChg chg="add mod">
          <ac:chgData name="Tuche Rodriguez" userId="2194c5a319590c0a" providerId="LiveId" clId="{4D019A8E-D996-4B31-94EE-8F6843695E6A}" dt="2026-03-22T23:41:18.366" v="325" actId="1076"/>
          <ac:spMkLst>
            <pc:docMk/>
            <pc:sldMk cId="186639011" sldId="260"/>
            <ac:spMk id="9" creationId="{D222882B-E626-E3E0-8996-DEFCA868F8E5}"/>
          </ac:spMkLst>
        </pc:spChg>
        <pc:spChg chg="add mod">
          <ac:chgData name="Tuche Rodriguez" userId="2194c5a319590c0a" providerId="LiveId" clId="{4D019A8E-D996-4B31-94EE-8F6843695E6A}" dt="2026-03-22T23:40:30.032" v="313" actId="1076"/>
          <ac:spMkLst>
            <pc:docMk/>
            <pc:sldMk cId="186639011" sldId="260"/>
            <ac:spMk id="12" creationId="{B8A7A14A-91AF-218A-624E-4D8C0342B027}"/>
          </ac:spMkLst>
        </pc:spChg>
        <pc:spChg chg="add del mod">
          <ac:chgData name="Tuche Rodriguez" userId="2194c5a319590c0a" providerId="LiveId" clId="{4D019A8E-D996-4B31-94EE-8F6843695E6A}" dt="2026-03-22T23:40:37.891" v="315" actId="478"/>
          <ac:spMkLst>
            <pc:docMk/>
            <pc:sldMk cId="186639011" sldId="260"/>
            <ac:spMk id="14" creationId="{2364D5EE-14F0-04E1-C8F8-FDDDCA1B6528}"/>
          </ac:spMkLst>
        </pc:spChg>
        <pc:spChg chg="add del">
          <ac:chgData name="Tuche Rodriguez" userId="2194c5a319590c0a" providerId="LiveId" clId="{4D019A8E-D996-4B31-94EE-8F6843695E6A}" dt="2026-03-22T23:40:49.988" v="317" actId="478"/>
          <ac:spMkLst>
            <pc:docMk/>
            <pc:sldMk cId="186639011" sldId="260"/>
            <ac:spMk id="16" creationId="{796C09DE-86F1-C4B3-3920-3BB0F932DB9A}"/>
          </ac:spMkLst>
        </pc:spChg>
        <pc:graphicFrameChg chg="add del mod modGraphic">
          <ac:chgData name="Tuche Rodriguez" userId="2194c5a319590c0a" providerId="LiveId" clId="{4D019A8E-D996-4B31-94EE-8F6843695E6A}" dt="2026-03-22T23:39:59.401" v="307" actId="478"/>
          <ac:graphicFrameMkLst>
            <pc:docMk/>
            <pc:sldMk cId="186639011" sldId="260"/>
            <ac:graphicFrameMk id="7" creationId="{14577344-9D46-E5B1-2183-E5D87B0C1CDA}"/>
          </ac:graphicFrameMkLst>
        </pc:graphicFrameChg>
        <pc:picChg chg="del">
          <ac:chgData name="Tuche Rodriguez" userId="2194c5a319590c0a" providerId="LiveId" clId="{4D019A8E-D996-4B31-94EE-8F6843695E6A}" dt="2026-03-22T23:37:40.340" v="294" actId="478"/>
          <ac:picMkLst>
            <pc:docMk/>
            <pc:sldMk cId="186639011" sldId="260"/>
            <ac:picMk id="5" creationId="{087C994C-24E3-4751-921C-5E9614B82DBA}"/>
          </ac:picMkLst>
        </pc:picChg>
        <pc:picChg chg="add mod">
          <ac:chgData name="Tuche Rodriguez" userId="2194c5a319590c0a" providerId="LiveId" clId="{4D019A8E-D996-4B31-94EE-8F6843695E6A}" dt="2026-03-22T23:41:12.287" v="324" actId="1076"/>
          <ac:picMkLst>
            <pc:docMk/>
            <pc:sldMk cId="186639011" sldId="260"/>
            <ac:picMk id="18" creationId="{1CE53BD7-5282-9582-6049-1F5E17B78FD0}"/>
          </ac:picMkLst>
        </pc:picChg>
      </pc:sldChg>
      <pc:sldChg chg="addSp delSp modSp mod setBg">
        <pc:chgData name="Tuche Rodriguez" userId="2194c5a319590c0a" providerId="LiveId" clId="{4D019A8E-D996-4B31-94EE-8F6843695E6A}" dt="2026-03-22T23:50:13.340" v="514" actId="1076"/>
        <pc:sldMkLst>
          <pc:docMk/>
          <pc:sldMk cId="3060134968" sldId="261"/>
        </pc:sldMkLst>
        <pc:spChg chg="mod">
          <ac:chgData name="Tuche Rodriguez" userId="2194c5a319590c0a" providerId="LiveId" clId="{4D019A8E-D996-4B31-94EE-8F6843695E6A}" dt="2026-03-22T23:42:54.938" v="342" actId="14100"/>
          <ac:spMkLst>
            <pc:docMk/>
            <pc:sldMk cId="3060134968" sldId="261"/>
            <ac:spMk id="2" creationId="{FF2FC712-B3E1-5343-EC6A-6AAFC59C056C}"/>
          </ac:spMkLst>
        </pc:spChg>
        <pc:spChg chg="add del mod">
          <ac:chgData name="Tuche Rodriguez" userId="2194c5a319590c0a" providerId="LiveId" clId="{4D019A8E-D996-4B31-94EE-8F6843695E6A}" dt="2026-03-22T23:42:06.206" v="331" actId="478"/>
          <ac:spMkLst>
            <pc:docMk/>
            <pc:sldMk cId="3060134968" sldId="261"/>
            <ac:spMk id="5" creationId="{8C27F0E5-0A03-797B-2D15-FAB0EE82DDD7}"/>
          </ac:spMkLst>
        </pc:spChg>
        <pc:spChg chg="add mod">
          <ac:chgData name="Tuche Rodriguez" userId="2194c5a319590c0a" providerId="LiveId" clId="{4D019A8E-D996-4B31-94EE-8F6843695E6A}" dt="2026-03-22T23:50:00.975" v="509" actId="1076"/>
          <ac:spMkLst>
            <pc:docMk/>
            <pc:sldMk cId="3060134968" sldId="261"/>
            <ac:spMk id="8" creationId="{BEC5BD71-319B-3024-7BDD-09FE9C66508D}"/>
          </ac:spMkLst>
        </pc:spChg>
        <pc:spChg chg="add mod">
          <ac:chgData name="Tuche Rodriguez" userId="2194c5a319590c0a" providerId="LiveId" clId="{4D019A8E-D996-4B31-94EE-8F6843695E6A}" dt="2026-03-22T23:48:28.479" v="487" actId="20577"/>
          <ac:spMkLst>
            <pc:docMk/>
            <pc:sldMk cId="3060134968" sldId="261"/>
            <ac:spMk id="10" creationId="{AB89FB60-8D54-D790-F7CC-A4EA0CB2AD89}"/>
          </ac:spMkLst>
        </pc:spChg>
        <pc:spChg chg="add mod">
          <ac:chgData name="Tuche Rodriguez" userId="2194c5a319590c0a" providerId="LiveId" clId="{4D019A8E-D996-4B31-94EE-8F6843695E6A}" dt="2026-03-22T23:50:09.257" v="513" actId="20577"/>
          <ac:spMkLst>
            <pc:docMk/>
            <pc:sldMk cId="3060134968" sldId="261"/>
            <ac:spMk id="11" creationId="{FC5B37A8-C6C6-0D04-E870-1A3904F2F6B4}"/>
          </ac:spMkLst>
        </pc:spChg>
        <pc:spChg chg="add del">
          <ac:chgData name="Tuche Rodriguez" userId="2194c5a319590c0a" providerId="LiveId" clId="{4D019A8E-D996-4B31-94EE-8F6843695E6A}" dt="2026-03-22T23:46:43.260" v="426" actId="478"/>
          <ac:spMkLst>
            <pc:docMk/>
            <pc:sldMk cId="3060134968" sldId="261"/>
            <ac:spMk id="15" creationId="{19F14752-06D9-714B-C14F-55066E993462}"/>
          </ac:spMkLst>
        </pc:spChg>
        <pc:graphicFrameChg chg="del mod">
          <ac:chgData name="Tuche Rodriguez" userId="2194c5a319590c0a" providerId="LiveId" clId="{4D019A8E-D996-4B31-94EE-8F6843695E6A}" dt="2026-03-22T23:42:04.569" v="330" actId="478"/>
          <ac:graphicFrameMkLst>
            <pc:docMk/>
            <pc:sldMk cId="3060134968" sldId="261"/>
            <ac:graphicFrameMk id="4" creationId="{06F4F3B2-BD41-4F38-8859-570E77E6750D}"/>
          </ac:graphicFrameMkLst>
        </pc:graphicFrameChg>
        <pc:graphicFrameChg chg="add mod">
          <ac:chgData name="Tuche Rodriguez" userId="2194c5a319590c0a" providerId="LiveId" clId="{4D019A8E-D996-4B31-94EE-8F6843695E6A}" dt="2026-03-22T23:42:20.329" v="332"/>
          <ac:graphicFrameMkLst>
            <pc:docMk/>
            <pc:sldMk cId="3060134968" sldId="261"/>
            <ac:graphicFrameMk id="6" creationId="{897016E8-602C-2BD3-7101-CEF7F0DE8284}"/>
          </ac:graphicFrameMkLst>
        </pc:graphicFrameChg>
        <pc:picChg chg="add mod">
          <ac:chgData name="Tuche Rodriguez" userId="2194c5a319590c0a" providerId="LiveId" clId="{4D019A8E-D996-4B31-94EE-8F6843695E6A}" dt="2026-03-22T23:50:13.340" v="514" actId="1076"/>
          <ac:picMkLst>
            <pc:docMk/>
            <pc:sldMk cId="3060134968" sldId="261"/>
            <ac:picMk id="17" creationId="{D19F39DE-B791-FE6B-0D59-402DD1133A7E}"/>
          </ac:picMkLst>
        </pc:picChg>
        <pc:cxnChg chg="add mod">
          <ac:chgData name="Tuche Rodriguez" userId="2194c5a319590c0a" providerId="LiveId" clId="{4D019A8E-D996-4B31-94EE-8F6843695E6A}" dt="2026-03-22T23:49:49.480" v="504" actId="1076"/>
          <ac:cxnSpMkLst>
            <pc:docMk/>
            <pc:sldMk cId="3060134968" sldId="261"/>
            <ac:cxnSpMk id="13" creationId="{19234D30-7450-B7ED-7F05-F47E774A2DD3}"/>
          </ac:cxnSpMkLst>
        </pc:cxnChg>
        <pc:cxnChg chg="add mod">
          <ac:chgData name="Tuche Rodriguez" userId="2194c5a319590c0a" providerId="LiveId" clId="{4D019A8E-D996-4B31-94EE-8F6843695E6A}" dt="2026-03-22T23:49:10.494" v="497" actId="1076"/>
          <ac:cxnSpMkLst>
            <pc:docMk/>
            <pc:sldMk cId="3060134968" sldId="261"/>
            <ac:cxnSpMk id="19" creationId="{1BC4DA68-EBAC-24DA-2364-33896CEC5605}"/>
          </ac:cxnSpMkLst>
        </pc:cxnChg>
      </pc:sldChg>
      <pc:sldChg chg="addSp delSp modSp mod setBg">
        <pc:chgData name="Tuche Rodriguez" userId="2194c5a319590c0a" providerId="LiveId" clId="{4D019A8E-D996-4B31-94EE-8F6843695E6A}" dt="2026-03-23T17:01:08.475" v="2155" actId="1076"/>
        <pc:sldMkLst>
          <pc:docMk/>
          <pc:sldMk cId="4239294422" sldId="262"/>
        </pc:sldMkLst>
        <pc:spChg chg="mod">
          <ac:chgData name="Tuche Rodriguez" userId="2194c5a319590c0a" providerId="LiveId" clId="{4D019A8E-D996-4B31-94EE-8F6843695E6A}" dt="2026-03-22T23:51:09.634" v="529" actId="14100"/>
          <ac:spMkLst>
            <pc:docMk/>
            <pc:sldMk cId="4239294422" sldId="262"/>
            <ac:spMk id="2" creationId="{742C2E9D-BA9D-6D26-39BD-6F201DA8BC48}"/>
          </ac:spMkLst>
        </pc:spChg>
        <pc:spChg chg="del mod">
          <ac:chgData name="Tuche Rodriguez" userId="2194c5a319590c0a" providerId="LiveId" clId="{4D019A8E-D996-4B31-94EE-8F6843695E6A}" dt="2026-03-22T23:51:22.058" v="531" actId="478"/>
          <ac:spMkLst>
            <pc:docMk/>
            <pc:sldMk cId="4239294422" sldId="262"/>
            <ac:spMk id="4" creationId="{05458A3D-9ECC-3191-841F-853EA94D307A}"/>
          </ac:spMkLst>
        </pc:spChg>
        <pc:spChg chg="add del mod">
          <ac:chgData name="Tuche Rodriguez" userId="2194c5a319590c0a" providerId="LiveId" clId="{4D019A8E-D996-4B31-94EE-8F6843695E6A}" dt="2026-03-22T23:50:28.804" v="516" actId="478"/>
          <ac:spMkLst>
            <pc:docMk/>
            <pc:sldMk cId="4239294422" sldId="262"/>
            <ac:spMk id="6" creationId="{AB6ED9D8-9CF3-CA52-4166-58DA41D7651F}"/>
          </ac:spMkLst>
        </pc:spChg>
        <pc:spChg chg="add del mod">
          <ac:chgData name="Tuche Rodriguez" userId="2194c5a319590c0a" providerId="LiveId" clId="{4D019A8E-D996-4B31-94EE-8F6843695E6A}" dt="2026-03-22T23:51:24.094" v="532" actId="478"/>
          <ac:spMkLst>
            <pc:docMk/>
            <pc:sldMk cId="4239294422" sldId="262"/>
            <ac:spMk id="9" creationId="{BCD87DA1-3D6F-A9F1-CF37-DF486ED2B3C1}"/>
          </ac:spMkLst>
        </pc:spChg>
        <pc:spChg chg="add mod">
          <ac:chgData name="Tuche Rodriguez" userId="2194c5a319590c0a" providerId="LiveId" clId="{4D019A8E-D996-4B31-94EE-8F6843695E6A}" dt="2026-03-22T23:57:30.398" v="622" actId="20577"/>
          <ac:spMkLst>
            <pc:docMk/>
            <pc:sldMk cId="4239294422" sldId="262"/>
            <ac:spMk id="13" creationId="{F1845F26-C883-E209-0D49-7D3B5CA04137}"/>
          </ac:spMkLst>
        </pc:spChg>
        <pc:spChg chg="add mod">
          <ac:chgData name="Tuche Rodriguez" userId="2194c5a319590c0a" providerId="LiveId" clId="{4D019A8E-D996-4B31-94EE-8F6843695E6A}" dt="2026-03-23T00:00:32.296" v="693" actId="1076"/>
          <ac:spMkLst>
            <pc:docMk/>
            <pc:sldMk cId="4239294422" sldId="262"/>
            <ac:spMk id="16" creationId="{E1D65024-5C81-6E8C-FFF4-9DF289F15B6A}"/>
          </ac:spMkLst>
        </pc:spChg>
        <pc:spChg chg="add mod">
          <ac:chgData name="Tuche Rodriguez" userId="2194c5a319590c0a" providerId="LiveId" clId="{4D019A8E-D996-4B31-94EE-8F6843695E6A}" dt="2026-03-22T23:56:58.171" v="613" actId="1076"/>
          <ac:spMkLst>
            <pc:docMk/>
            <pc:sldMk cId="4239294422" sldId="262"/>
            <ac:spMk id="20" creationId="{BFD2BE66-6F69-E3B3-A29B-B175AD220FCD}"/>
          </ac:spMkLst>
        </pc:spChg>
        <pc:spChg chg="add mod">
          <ac:chgData name="Tuche Rodriguez" userId="2194c5a319590c0a" providerId="LiveId" clId="{4D019A8E-D996-4B31-94EE-8F6843695E6A}" dt="2026-03-22T23:56:54.254" v="612" actId="1076"/>
          <ac:spMkLst>
            <pc:docMk/>
            <pc:sldMk cId="4239294422" sldId="262"/>
            <ac:spMk id="25" creationId="{F8FDFE5E-A657-315A-424B-9854389804DE}"/>
          </ac:spMkLst>
        </pc:spChg>
        <pc:spChg chg="add mod">
          <ac:chgData name="Tuche Rodriguez" userId="2194c5a319590c0a" providerId="LiveId" clId="{4D019A8E-D996-4B31-94EE-8F6843695E6A}" dt="2026-03-22T23:58:32.060" v="643" actId="255"/>
          <ac:spMkLst>
            <pc:docMk/>
            <pc:sldMk cId="4239294422" sldId="262"/>
            <ac:spMk id="33" creationId="{1C8C2E2F-5DE9-E954-D0AC-B71249BB7F92}"/>
          </ac:spMkLst>
        </pc:spChg>
        <pc:graphicFrameChg chg="add mod">
          <ac:chgData name="Tuche Rodriguez" userId="2194c5a319590c0a" providerId="LiveId" clId="{4D019A8E-D996-4B31-94EE-8F6843695E6A}" dt="2026-03-22T23:50:42.375" v="517"/>
          <ac:graphicFrameMkLst>
            <pc:docMk/>
            <pc:sldMk cId="4239294422" sldId="262"/>
            <ac:graphicFrameMk id="7" creationId="{CB3363B2-CFE1-A725-D771-495334079B4D}"/>
          </ac:graphicFrameMkLst>
        </pc:graphicFrameChg>
        <pc:graphicFrameChg chg="add mod">
          <ac:chgData name="Tuche Rodriguez" userId="2194c5a319590c0a" providerId="LiveId" clId="{4D019A8E-D996-4B31-94EE-8F6843695E6A}" dt="2026-03-22T23:51:33.937" v="533"/>
          <ac:graphicFrameMkLst>
            <pc:docMk/>
            <pc:sldMk cId="4239294422" sldId="262"/>
            <ac:graphicFrameMk id="11" creationId="{7BADEB2D-35E8-E85A-AD3F-7972AAE2B62A}"/>
          </ac:graphicFrameMkLst>
        </pc:graphicFrameChg>
        <pc:graphicFrameChg chg="add mod">
          <ac:chgData name="Tuche Rodriguez" userId="2194c5a319590c0a" providerId="LiveId" clId="{4D019A8E-D996-4B31-94EE-8F6843695E6A}" dt="2026-03-22T23:52:41.703" v="554"/>
          <ac:graphicFrameMkLst>
            <pc:docMk/>
            <pc:sldMk cId="4239294422" sldId="262"/>
            <ac:graphicFrameMk id="14" creationId="{F46EB381-6CB3-D5C3-620C-B37E0356922B}"/>
          </ac:graphicFrameMkLst>
        </pc:graphicFrameChg>
        <pc:graphicFrameChg chg="add mod">
          <ac:chgData name="Tuche Rodriguez" userId="2194c5a319590c0a" providerId="LiveId" clId="{4D019A8E-D996-4B31-94EE-8F6843695E6A}" dt="2026-03-22T23:53:49.501" v="560"/>
          <ac:graphicFrameMkLst>
            <pc:docMk/>
            <pc:sldMk cId="4239294422" sldId="262"/>
            <ac:graphicFrameMk id="17" creationId="{B0E071DD-E2F1-D75E-7DF7-B2F8B67DBD79}"/>
          </ac:graphicFrameMkLst>
        </pc:graphicFrameChg>
        <pc:graphicFrameChg chg="add mod">
          <ac:chgData name="Tuche Rodriguez" userId="2194c5a319590c0a" providerId="LiveId" clId="{4D019A8E-D996-4B31-94EE-8F6843695E6A}" dt="2026-03-22T23:54:25.846" v="569"/>
          <ac:graphicFrameMkLst>
            <pc:docMk/>
            <pc:sldMk cId="4239294422" sldId="262"/>
            <ac:graphicFrameMk id="18" creationId="{6F62988A-29A2-746B-080A-B0F634FF919E}"/>
          </ac:graphicFrameMkLst>
        </pc:graphicFrameChg>
        <pc:graphicFrameChg chg="add del mod modGraphic">
          <ac:chgData name="Tuche Rodriguez" userId="2194c5a319590c0a" providerId="LiveId" clId="{4D019A8E-D996-4B31-94EE-8F6843695E6A}" dt="2026-03-22T23:55:50.697" v="592" actId="478"/>
          <ac:graphicFrameMkLst>
            <pc:docMk/>
            <pc:sldMk cId="4239294422" sldId="262"/>
            <ac:graphicFrameMk id="21" creationId="{5CBE3DB0-8F28-8519-A72B-3F465123D62E}"/>
          </ac:graphicFrameMkLst>
        </pc:graphicFrameChg>
        <pc:graphicFrameChg chg="add mod">
          <ac:chgData name="Tuche Rodriguez" userId="2194c5a319590c0a" providerId="LiveId" clId="{4D019A8E-D996-4B31-94EE-8F6843695E6A}" dt="2026-03-22T23:55:53.080" v="593"/>
          <ac:graphicFrameMkLst>
            <pc:docMk/>
            <pc:sldMk cId="4239294422" sldId="262"/>
            <ac:graphicFrameMk id="22" creationId="{AC4082D1-5688-4369-5B7F-40CBA80D0AA1}"/>
          </ac:graphicFrameMkLst>
        </pc:graphicFrameChg>
        <pc:graphicFrameChg chg="add mod">
          <ac:chgData name="Tuche Rodriguez" userId="2194c5a319590c0a" providerId="LiveId" clId="{4D019A8E-D996-4B31-94EE-8F6843695E6A}" dt="2026-03-22T23:55:54.259" v="594"/>
          <ac:graphicFrameMkLst>
            <pc:docMk/>
            <pc:sldMk cId="4239294422" sldId="262"/>
            <ac:graphicFrameMk id="23" creationId="{0D70B490-5572-F790-3ED0-08A27720CD2E}"/>
          </ac:graphicFrameMkLst>
        </pc:graphicFrameChg>
        <pc:graphicFrameChg chg="add mod">
          <ac:chgData name="Tuche Rodriguez" userId="2194c5a319590c0a" providerId="LiveId" clId="{4D019A8E-D996-4B31-94EE-8F6843695E6A}" dt="2026-03-22T23:57:54.697" v="625"/>
          <ac:graphicFrameMkLst>
            <pc:docMk/>
            <pc:sldMk cId="4239294422" sldId="262"/>
            <ac:graphicFrameMk id="31" creationId="{7060CE75-16D4-71DF-1896-A3D7B00B0CC2}"/>
          </ac:graphicFrameMkLst>
        </pc:graphicFrameChg>
        <pc:picChg chg="add mod">
          <ac:chgData name="Tuche Rodriguez" userId="2194c5a319590c0a" providerId="LiveId" clId="{4D019A8E-D996-4B31-94EE-8F6843695E6A}" dt="2026-03-23T17:01:08.475" v="2155" actId="1076"/>
          <ac:picMkLst>
            <pc:docMk/>
            <pc:sldMk cId="4239294422" sldId="262"/>
            <ac:picMk id="4" creationId="{C62890D1-9EEA-7D5D-6D9D-0C0DC72914B4}"/>
          </ac:picMkLst>
        </pc:picChg>
        <pc:picChg chg="del">
          <ac:chgData name="Tuche Rodriguez" userId="2194c5a319590c0a" providerId="LiveId" clId="{4D019A8E-D996-4B31-94EE-8F6843695E6A}" dt="2026-03-22T23:50:26.298" v="515" actId="478"/>
          <ac:picMkLst>
            <pc:docMk/>
            <pc:sldMk cId="4239294422" sldId="262"/>
            <ac:picMk id="5" creationId="{2B82F717-DF3C-49B2-8DCA-6B203460F58E}"/>
          </ac:picMkLst>
        </pc:picChg>
        <pc:cxnChg chg="add mod">
          <ac:chgData name="Tuche Rodriguez" userId="2194c5a319590c0a" providerId="LiveId" clId="{4D019A8E-D996-4B31-94EE-8F6843695E6A}" dt="2026-03-22T23:57:11.248" v="616" actId="1076"/>
          <ac:cxnSpMkLst>
            <pc:docMk/>
            <pc:sldMk cId="4239294422" sldId="262"/>
            <ac:cxnSpMk id="26" creationId="{36985FB8-9966-C095-DA14-DA6232C90551}"/>
          </ac:cxnSpMkLst>
        </pc:cxnChg>
        <pc:cxnChg chg="add mod">
          <ac:chgData name="Tuche Rodriguez" userId="2194c5a319590c0a" providerId="LiveId" clId="{4D019A8E-D996-4B31-94EE-8F6843695E6A}" dt="2026-03-22T23:57:22.554" v="620" actId="1076"/>
          <ac:cxnSpMkLst>
            <pc:docMk/>
            <pc:sldMk cId="4239294422" sldId="262"/>
            <ac:cxnSpMk id="27" creationId="{0F6FCBC9-3EED-6F95-60FE-5E7998ED4162}"/>
          </ac:cxnSpMkLst>
        </pc:cxnChg>
        <pc:cxnChg chg="add mod">
          <ac:chgData name="Tuche Rodriguez" userId="2194c5a319590c0a" providerId="LiveId" clId="{4D019A8E-D996-4B31-94EE-8F6843695E6A}" dt="2026-03-22T23:57:40.806" v="624" actId="1076"/>
          <ac:cxnSpMkLst>
            <pc:docMk/>
            <pc:sldMk cId="4239294422" sldId="262"/>
            <ac:cxnSpMk id="30" creationId="{0AC5EA2C-E2B9-5901-B9F2-524BCD688CEB}"/>
          </ac:cxnSpMkLst>
        </pc:cxnChg>
      </pc:sldChg>
      <pc:sldChg chg="addSp delSp modSp mod setBg">
        <pc:chgData name="Tuche Rodriguez" userId="2194c5a319590c0a" providerId="LiveId" clId="{4D019A8E-D996-4B31-94EE-8F6843695E6A}" dt="2026-03-23T00:25:58.834" v="959" actId="14100"/>
        <pc:sldMkLst>
          <pc:docMk/>
          <pc:sldMk cId="3543404543" sldId="263"/>
        </pc:sldMkLst>
        <pc:spChg chg="mod">
          <ac:chgData name="Tuche Rodriguez" userId="2194c5a319590c0a" providerId="LiveId" clId="{4D019A8E-D996-4B31-94EE-8F6843695E6A}" dt="2026-03-22T23:59:27.248" v="655" actId="27636"/>
          <ac:spMkLst>
            <pc:docMk/>
            <pc:sldMk cId="3543404543" sldId="263"/>
            <ac:spMk id="2" creationId="{4CA5646A-DBE8-54FE-85F6-2E8DCB05E145}"/>
          </ac:spMkLst>
        </pc:spChg>
        <pc:spChg chg="del">
          <ac:chgData name="Tuche Rodriguez" userId="2194c5a319590c0a" providerId="LiveId" clId="{4D019A8E-D996-4B31-94EE-8F6843695E6A}" dt="2026-03-22T23:59:35.547" v="659" actId="478"/>
          <ac:spMkLst>
            <pc:docMk/>
            <pc:sldMk cId="3543404543" sldId="263"/>
            <ac:spMk id="4" creationId="{17467545-F3FB-ED6A-CB4E-52222624FB43}"/>
          </ac:spMkLst>
        </pc:spChg>
        <pc:spChg chg="add del mod">
          <ac:chgData name="Tuche Rodriguez" userId="2194c5a319590c0a" providerId="LiveId" clId="{4D019A8E-D996-4B31-94EE-8F6843695E6A}" dt="2026-03-22T23:59:33.278" v="658" actId="478"/>
          <ac:spMkLst>
            <pc:docMk/>
            <pc:sldMk cId="3543404543" sldId="263"/>
            <ac:spMk id="7" creationId="{F448D671-7CBB-5E00-7187-62D39D8AEB22}"/>
          </ac:spMkLst>
        </pc:spChg>
        <pc:spChg chg="add del mod">
          <ac:chgData name="Tuche Rodriguez" userId="2194c5a319590c0a" providerId="LiveId" clId="{4D019A8E-D996-4B31-94EE-8F6843695E6A}" dt="2026-03-22T23:59:37.659" v="660" actId="478"/>
          <ac:spMkLst>
            <pc:docMk/>
            <pc:sldMk cId="3543404543" sldId="263"/>
            <ac:spMk id="9" creationId="{2F80F452-859F-66C2-320B-1633AAE3D5B1}"/>
          </ac:spMkLst>
        </pc:spChg>
        <pc:spChg chg="add mod">
          <ac:chgData name="Tuche Rodriguez" userId="2194c5a319590c0a" providerId="LiveId" clId="{4D019A8E-D996-4B31-94EE-8F6843695E6A}" dt="2026-03-23T00:25:54.124" v="958" actId="1076"/>
          <ac:spMkLst>
            <pc:docMk/>
            <pc:sldMk cId="3543404543" sldId="263"/>
            <ac:spMk id="13" creationId="{7EF60522-5D0F-54E9-468E-B490896432D4}"/>
          </ac:spMkLst>
        </pc:spChg>
        <pc:spChg chg="add mod">
          <ac:chgData name="Tuche Rodriguez" userId="2194c5a319590c0a" providerId="LiveId" clId="{4D019A8E-D996-4B31-94EE-8F6843695E6A}" dt="2026-03-23T00:25:35.380" v="954" actId="1076"/>
          <ac:spMkLst>
            <pc:docMk/>
            <pc:sldMk cId="3543404543" sldId="263"/>
            <ac:spMk id="16" creationId="{DB4770BC-E9A1-58B0-DE21-C6D1258E441F}"/>
          </ac:spMkLst>
        </pc:spChg>
        <pc:spChg chg="add mod">
          <ac:chgData name="Tuche Rodriguez" userId="2194c5a319590c0a" providerId="LiveId" clId="{4D019A8E-D996-4B31-94EE-8F6843695E6A}" dt="2026-03-23T00:25:38.848" v="955" actId="1076"/>
          <ac:spMkLst>
            <pc:docMk/>
            <pc:sldMk cId="3543404543" sldId="263"/>
            <ac:spMk id="29" creationId="{903E2978-ED54-A0A3-D0CA-FCFC1FAE8470}"/>
          </ac:spMkLst>
        </pc:spChg>
        <pc:graphicFrameChg chg="add mod">
          <ac:chgData name="Tuche Rodriguez" userId="2194c5a319590c0a" providerId="LiveId" clId="{4D019A8E-D996-4B31-94EE-8F6843695E6A}" dt="2026-03-22T23:59:16.117" v="648"/>
          <ac:graphicFrameMkLst>
            <pc:docMk/>
            <pc:sldMk cId="3543404543" sldId="263"/>
            <ac:graphicFrameMk id="3" creationId="{D2DE3B20-92C0-FA59-CFB4-FE1117A441CD}"/>
          </ac:graphicFrameMkLst>
        </pc:graphicFrameChg>
        <pc:graphicFrameChg chg="add mod">
          <ac:chgData name="Tuche Rodriguez" userId="2194c5a319590c0a" providerId="LiveId" clId="{4D019A8E-D996-4B31-94EE-8F6843695E6A}" dt="2026-03-22T23:59:42.074" v="661"/>
          <ac:graphicFrameMkLst>
            <pc:docMk/>
            <pc:sldMk cId="3543404543" sldId="263"/>
            <ac:graphicFrameMk id="11" creationId="{CB056745-0F78-52E2-2425-13B9175D4044}"/>
          </ac:graphicFrameMkLst>
        </pc:graphicFrameChg>
        <pc:graphicFrameChg chg="add mod">
          <ac:chgData name="Tuche Rodriguez" userId="2194c5a319590c0a" providerId="LiveId" clId="{4D019A8E-D996-4B31-94EE-8F6843695E6A}" dt="2026-03-23T00:01:04.910" v="694"/>
          <ac:graphicFrameMkLst>
            <pc:docMk/>
            <pc:sldMk cId="3543404543" sldId="263"/>
            <ac:graphicFrameMk id="14" creationId="{E0784EF7-61AF-C6FD-0AAC-26FCC9E5E14D}"/>
          </ac:graphicFrameMkLst>
        </pc:graphicFrameChg>
        <pc:graphicFrameChg chg="add mod">
          <ac:chgData name="Tuche Rodriguez" userId="2194c5a319590c0a" providerId="LiveId" clId="{4D019A8E-D996-4B31-94EE-8F6843695E6A}" dt="2026-03-23T00:05:21.869" v="742"/>
          <ac:graphicFrameMkLst>
            <pc:docMk/>
            <pc:sldMk cId="3543404543" sldId="263"/>
            <ac:graphicFrameMk id="27" creationId="{83B69D6E-41D1-8C63-BE10-0E71D49F0506}"/>
          </ac:graphicFrameMkLst>
        </pc:graphicFrameChg>
        <pc:picChg chg="del mod">
          <ac:chgData name="Tuche Rodriguez" userId="2194c5a319590c0a" providerId="LiveId" clId="{4D019A8E-D996-4B31-94EE-8F6843695E6A}" dt="2026-03-22T23:59:31.169" v="657" actId="478"/>
          <ac:picMkLst>
            <pc:docMk/>
            <pc:sldMk cId="3543404543" sldId="263"/>
            <ac:picMk id="5" creationId="{FDBD6568-64DD-4830-BA0B-687A2B2F28D8}"/>
          </ac:picMkLst>
        </pc:picChg>
        <pc:picChg chg="add mod modCrop">
          <ac:chgData name="Tuche Rodriguez" userId="2194c5a319590c0a" providerId="LiveId" clId="{4D019A8E-D996-4B31-94EE-8F6843695E6A}" dt="2026-03-23T00:25:58.834" v="959" actId="14100"/>
          <ac:picMkLst>
            <pc:docMk/>
            <pc:sldMk cId="3543404543" sldId="263"/>
            <ac:picMk id="19" creationId="{DA6A364D-9A8B-25DA-0BEC-04707B95238B}"/>
          </ac:picMkLst>
        </pc:picChg>
        <pc:cxnChg chg="add mod">
          <ac:chgData name="Tuche Rodriguez" userId="2194c5a319590c0a" providerId="LiveId" clId="{4D019A8E-D996-4B31-94EE-8F6843695E6A}" dt="2026-03-23T00:04:34.754" v="734" actId="14100"/>
          <ac:cxnSpMkLst>
            <pc:docMk/>
            <pc:sldMk cId="3543404543" sldId="263"/>
            <ac:cxnSpMk id="17" creationId="{97939A60-C380-D767-DE62-A0EA16736E1E}"/>
          </ac:cxnSpMkLst>
        </pc:cxnChg>
        <pc:cxnChg chg="add mod">
          <ac:chgData name="Tuche Rodriguez" userId="2194c5a319590c0a" providerId="LiveId" clId="{4D019A8E-D996-4B31-94EE-8F6843695E6A}" dt="2026-03-23T00:25:47.129" v="957" actId="14100"/>
          <ac:cxnSpMkLst>
            <pc:docMk/>
            <pc:sldMk cId="3543404543" sldId="263"/>
            <ac:cxnSpMk id="22" creationId="{4379226A-4F33-6974-2725-9BE4678D17EF}"/>
          </ac:cxnSpMkLst>
        </pc:cxnChg>
        <pc:cxnChg chg="add mod">
          <ac:chgData name="Tuche Rodriguez" userId="2194c5a319590c0a" providerId="LiveId" clId="{4D019A8E-D996-4B31-94EE-8F6843695E6A}" dt="2026-03-23T00:25:43.544" v="956" actId="1076"/>
          <ac:cxnSpMkLst>
            <pc:docMk/>
            <pc:sldMk cId="3543404543" sldId="263"/>
            <ac:cxnSpMk id="24" creationId="{E984216B-711E-E69A-04CE-C4560605773E}"/>
          </ac:cxnSpMkLst>
        </pc:cxnChg>
      </pc:sldChg>
      <pc:sldChg chg="addSp delSp modSp mod setBg">
        <pc:chgData name="Tuche Rodriguez" userId="2194c5a319590c0a" providerId="LiveId" clId="{4D019A8E-D996-4B31-94EE-8F6843695E6A}" dt="2026-03-23T02:26:59.542" v="1656"/>
        <pc:sldMkLst>
          <pc:docMk/>
          <pc:sldMk cId="4187038532" sldId="264"/>
        </pc:sldMkLst>
        <pc:spChg chg="mod">
          <ac:chgData name="Tuche Rodriguez" userId="2194c5a319590c0a" providerId="LiveId" clId="{4D019A8E-D996-4B31-94EE-8F6843695E6A}" dt="2026-03-23T00:07:58.953" v="778" actId="27636"/>
          <ac:spMkLst>
            <pc:docMk/>
            <pc:sldMk cId="4187038532" sldId="264"/>
            <ac:spMk id="2" creationId="{F9ED2528-87DA-8F04-7FBD-5DAFC413CEBD}"/>
          </ac:spMkLst>
        </pc:spChg>
        <pc:spChg chg="del">
          <ac:chgData name="Tuche Rodriguez" userId="2194c5a319590c0a" providerId="LiveId" clId="{4D019A8E-D996-4B31-94EE-8F6843695E6A}" dt="2026-03-23T00:08:03.317" v="779" actId="478"/>
          <ac:spMkLst>
            <pc:docMk/>
            <pc:sldMk cId="4187038532" sldId="264"/>
            <ac:spMk id="4" creationId="{BAC7BAD8-707F-5436-EECA-51F4832F503A}"/>
          </ac:spMkLst>
        </pc:spChg>
        <pc:spChg chg="add del mod">
          <ac:chgData name="Tuche Rodriguez" userId="2194c5a319590c0a" providerId="LiveId" clId="{4D019A8E-D996-4B31-94EE-8F6843695E6A}" dt="2026-03-23T00:07:40.568" v="768" actId="478"/>
          <ac:spMkLst>
            <pc:docMk/>
            <pc:sldMk cId="4187038532" sldId="264"/>
            <ac:spMk id="6" creationId="{7BB8AD79-4499-CA4E-FC97-358AF348ABF4}"/>
          </ac:spMkLst>
        </pc:spChg>
        <pc:spChg chg="add del mod">
          <ac:chgData name="Tuche Rodriguez" userId="2194c5a319590c0a" providerId="LiveId" clId="{4D019A8E-D996-4B31-94EE-8F6843695E6A}" dt="2026-03-23T00:08:05.557" v="780" actId="478"/>
          <ac:spMkLst>
            <pc:docMk/>
            <pc:sldMk cId="4187038532" sldId="264"/>
            <ac:spMk id="9" creationId="{13948FDE-D1DF-0B1A-D200-9E63EA052A57}"/>
          </ac:spMkLst>
        </pc:spChg>
        <pc:spChg chg="add mod">
          <ac:chgData name="Tuche Rodriguez" userId="2194c5a319590c0a" providerId="LiveId" clId="{4D019A8E-D996-4B31-94EE-8F6843695E6A}" dt="2026-03-23T00:08:28.269" v="788" actId="1076"/>
          <ac:spMkLst>
            <pc:docMk/>
            <pc:sldMk cId="4187038532" sldId="264"/>
            <ac:spMk id="13" creationId="{B014845B-0525-84D7-E58E-A6D95AC857F7}"/>
          </ac:spMkLst>
        </pc:spChg>
        <pc:spChg chg="add mod">
          <ac:chgData name="Tuche Rodriguez" userId="2194c5a319590c0a" providerId="LiveId" clId="{4D019A8E-D996-4B31-94EE-8F6843695E6A}" dt="2026-03-23T00:24:56.453" v="945" actId="1076"/>
          <ac:spMkLst>
            <pc:docMk/>
            <pc:sldMk cId="4187038532" sldId="264"/>
            <ac:spMk id="16" creationId="{06D16DBC-EDBE-888F-458C-A071905EBA56}"/>
          </ac:spMkLst>
        </pc:spChg>
        <pc:spChg chg="add mod">
          <ac:chgData name="Tuche Rodriguez" userId="2194c5a319590c0a" providerId="LiveId" clId="{4D019A8E-D996-4B31-94EE-8F6843695E6A}" dt="2026-03-23T00:24:52.232" v="944" actId="1076"/>
          <ac:spMkLst>
            <pc:docMk/>
            <pc:sldMk cId="4187038532" sldId="264"/>
            <ac:spMk id="20" creationId="{D5CFFC39-B404-4224-DA12-DFC92EDD198B}"/>
          </ac:spMkLst>
        </pc:spChg>
        <pc:spChg chg="add mod">
          <ac:chgData name="Tuche Rodriguez" userId="2194c5a319590c0a" providerId="LiveId" clId="{4D019A8E-D996-4B31-94EE-8F6843695E6A}" dt="2026-03-23T00:25:04.037" v="946" actId="1076"/>
          <ac:spMkLst>
            <pc:docMk/>
            <pc:sldMk cId="4187038532" sldId="264"/>
            <ac:spMk id="23" creationId="{70652F00-FEF0-95AC-C463-4F4FA7567013}"/>
          </ac:spMkLst>
        </pc:spChg>
        <pc:spChg chg="add mod">
          <ac:chgData name="Tuche Rodriguez" userId="2194c5a319590c0a" providerId="LiveId" clId="{4D019A8E-D996-4B31-94EE-8F6843695E6A}" dt="2026-03-23T00:22:49.704" v="917" actId="1076"/>
          <ac:spMkLst>
            <pc:docMk/>
            <pc:sldMk cId="4187038532" sldId="264"/>
            <ac:spMk id="36" creationId="{1D13DA26-DDE9-4AD2-74A3-705123575C7A}"/>
          </ac:spMkLst>
        </pc:spChg>
        <pc:spChg chg="add mod">
          <ac:chgData name="Tuche Rodriguez" userId="2194c5a319590c0a" providerId="LiveId" clId="{4D019A8E-D996-4B31-94EE-8F6843695E6A}" dt="2026-03-23T00:24:13.202" v="934" actId="1076"/>
          <ac:spMkLst>
            <pc:docMk/>
            <pc:sldMk cId="4187038532" sldId="264"/>
            <ac:spMk id="39" creationId="{D52EC666-BD36-2C0C-FF9B-C9C0082E6FA2}"/>
          </ac:spMkLst>
        </pc:spChg>
        <pc:spChg chg="add mod">
          <ac:chgData name="Tuche Rodriguez" userId="2194c5a319590c0a" providerId="LiveId" clId="{4D019A8E-D996-4B31-94EE-8F6843695E6A}" dt="2026-03-23T00:24:11.132" v="933" actId="1076"/>
          <ac:spMkLst>
            <pc:docMk/>
            <pc:sldMk cId="4187038532" sldId="264"/>
            <ac:spMk id="42" creationId="{1274246E-4ACC-85F2-4690-1A828556931C}"/>
          </ac:spMkLst>
        </pc:spChg>
        <pc:spChg chg="add mod">
          <ac:chgData name="Tuche Rodriguez" userId="2194c5a319590c0a" providerId="LiveId" clId="{4D019A8E-D996-4B31-94EE-8F6843695E6A}" dt="2026-03-23T00:24:39.769" v="943" actId="114"/>
          <ac:spMkLst>
            <pc:docMk/>
            <pc:sldMk cId="4187038532" sldId="264"/>
            <ac:spMk id="54" creationId="{E264A331-41B2-5006-65C2-E278526E44F5}"/>
          </ac:spMkLst>
        </pc:spChg>
        <pc:graphicFrameChg chg="add mod">
          <ac:chgData name="Tuche Rodriguez" userId="2194c5a319590c0a" providerId="LiveId" clId="{4D019A8E-D996-4B31-94EE-8F6843695E6A}" dt="2026-03-23T00:07:42.506" v="769"/>
          <ac:graphicFrameMkLst>
            <pc:docMk/>
            <pc:sldMk cId="4187038532" sldId="264"/>
            <ac:graphicFrameMk id="7" creationId="{D1D96246-5FCF-F7DF-1995-1AB001FD91AC}"/>
          </ac:graphicFrameMkLst>
        </pc:graphicFrameChg>
        <pc:graphicFrameChg chg="add mod">
          <ac:chgData name="Tuche Rodriguez" userId="2194c5a319590c0a" providerId="LiveId" clId="{4D019A8E-D996-4B31-94EE-8F6843695E6A}" dt="2026-03-23T00:08:10.381" v="781"/>
          <ac:graphicFrameMkLst>
            <pc:docMk/>
            <pc:sldMk cId="4187038532" sldId="264"/>
            <ac:graphicFrameMk id="11" creationId="{CB0A53C7-6B0B-BF45-FF1E-412ACAB4D9B7}"/>
          </ac:graphicFrameMkLst>
        </pc:graphicFrameChg>
        <pc:graphicFrameChg chg="add mod">
          <ac:chgData name="Tuche Rodriguez" userId="2194c5a319590c0a" providerId="LiveId" clId="{4D019A8E-D996-4B31-94EE-8F6843695E6A}" dt="2026-03-23T00:08:51.361" v="789"/>
          <ac:graphicFrameMkLst>
            <pc:docMk/>
            <pc:sldMk cId="4187038532" sldId="264"/>
            <ac:graphicFrameMk id="14" creationId="{AA94DF84-E12A-733A-DA1C-96A4745B11EF}"/>
          </ac:graphicFrameMkLst>
        </pc:graphicFrameChg>
        <pc:graphicFrameChg chg="add mod">
          <ac:chgData name="Tuche Rodriguez" userId="2194c5a319590c0a" providerId="LiveId" clId="{4D019A8E-D996-4B31-94EE-8F6843695E6A}" dt="2026-03-23T00:09:06.280" v="794"/>
          <ac:graphicFrameMkLst>
            <pc:docMk/>
            <pc:sldMk cId="4187038532" sldId="264"/>
            <ac:graphicFrameMk id="17" creationId="{48FA9B06-9628-79A2-CC54-AD6DC538B401}"/>
          </ac:graphicFrameMkLst>
        </pc:graphicFrameChg>
        <pc:graphicFrameChg chg="add mod">
          <ac:chgData name="Tuche Rodriguez" userId="2194c5a319590c0a" providerId="LiveId" clId="{4D019A8E-D996-4B31-94EE-8F6843695E6A}" dt="2026-03-23T00:09:19.196" v="798"/>
          <ac:graphicFrameMkLst>
            <pc:docMk/>
            <pc:sldMk cId="4187038532" sldId="264"/>
            <ac:graphicFrameMk id="18" creationId="{DE34F461-7CA1-02DE-4F93-DD130B7F8514}"/>
          </ac:graphicFrameMkLst>
        </pc:graphicFrameChg>
        <pc:graphicFrameChg chg="add mod">
          <ac:chgData name="Tuche Rodriguez" userId="2194c5a319590c0a" providerId="LiveId" clId="{4D019A8E-D996-4B31-94EE-8F6843695E6A}" dt="2026-03-23T00:09:36.523" v="806"/>
          <ac:graphicFrameMkLst>
            <pc:docMk/>
            <pc:sldMk cId="4187038532" sldId="264"/>
            <ac:graphicFrameMk id="21" creationId="{1E12BBF6-3C8A-C5CE-B19E-14BF5534D53F}"/>
          </ac:graphicFrameMkLst>
        </pc:graphicFrameChg>
        <pc:graphicFrameChg chg="add mod">
          <ac:chgData name="Tuche Rodriguez" userId="2194c5a319590c0a" providerId="LiveId" clId="{4D019A8E-D996-4B31-94EE-8F6843695E6A}" dt="2026-03-23T00:20:59.414" v="891"/>
          <ac:graphicFrameMkLst>
            <pc:docMk/>
            <pc:sldMk cId="4187038532" sldId="264"/>
            <ac:graphicFrameMk id="34" creationId="{F9A10597-2375-52BF-B3E6-1C3F279591A3}"/>
          </ac:graphicFrameMkLst>
        </pc:graphicFrameChg>
        <pc:graphicFrameChg chg="add mod">
          <ac:chgData name="Tuche Rodriguez" userId="2194c5a319590c0a" providerId="LiveId" clId="{4D019A8E-D996-4B31-94EE-8F6843695E6A}" dt="2026-03-23T00:21:14.116" v="896"/>
          <ac:graphicFrameMkLst>
            <pc:docMk/>
            <pc:sldMk cId="4187038532" sldId="264"/>
            <ac:graphicFrameMk id="37" creationId="{6F7DCDAF-32D8-4A92-C7F6-2F3BAEA300D0}"/>
          </ac:graphicFrameMkLst>
        </pc:graphicFrameChg>
        <pc:graphicFrameChg chg="add mod">
          <ac:chgData name="Tuche Rodriguez" userId="2194c5a319590c0a" providerId="LiveId" clId="{4D019A8E-D996-4B31-94EE-8F6843695E6A}" dt="2026-03-23T00:21:25.998" v="901"/>
          <ac:graphicFrameMkLst>
            <pc:docMk/>
            <pc:sldMk cId="4187038532" sldId="264"/>
            <ac:graphicFrameMk id="40" creationId="{BEDC7E5D-5BF9-D79C-3248-D21E1ABD5E9A}"/>
          </ac:graphicFrameMkLst>
        </pc:graphicFrameChg>
        <pc:graphicFrameChg chg="add mod">
          <ac:chgData name="Tuche Rodriguez" userId="2194c5a319590c0a" providerId="LiveId" clId="{4D019A8E-D996-4B31-94EE-8F6843695E6A}" dt="2026-03-23T00:24:26.211" v="935"/>
          <ac:graphicFrameMkLst>
            <pc:docMk/>
            <pc:sldMk cId="4187038532" sldId="264"/>
            <ac:graphicFrameMk id="52" creationId="{2FBE242F-D9C7-3490-3C93-2560CDFBF1B4}"/>
          </ac:graphicFrameMkLst>
        </pc:graphicFrameChg>
        <pc:picChg chg="del">
          <ac:chgData name="Tuche Rodriguez" userId="2194c5a319590c0a" providerId="LiveId" clId="{4D019A8E-D996-4B31-94EE-8F6843695E6A}" dt="2026-03-23T00:07:37.802" v="767" actId="478"/>
          <ac:picMkLst>
            <pc:docMk/>
            <pc:sldMk cId="4187038532" sldId="264"/>
            <ac:picMk id="5" creationId="{C35E99E1-38A7-4225-91D0-AFD5D9265833}"/>
          </ac:picMkLst>
        </pc:picChg>
        <pc:picChg chg="add mod">
          <ac:chgData name="Tuche Rodriguez" userId="2194c5a319590c0a" providerId="LiveId" clId="{4D019A8E-D996-4B31-94EE-8F6843695E6A}" dt="2026-03-23T00:20:08.767" v="889" actId="14100"/>
          <ac:picMkLst>
            <pc:docMk/>
            <pc:sldMk cId="4187038532" sldId="264"/>
            <ac:picMk id="27" creationId="{29EBFA70-5107-72CC-6D26-FEF7507E0662}"/>
          </ac:picMkLst>
        </pc:picChg>
        <pc:picChg chg="add mod modCrop">
          <ac:chgData name="Tuche Rodriguez" userId="2194c5a319590c0a" providerId="LiveId" clId="{4D019A8E-D996-4B31-94EE-8F6843695E6A}" dt="2026-03-23T00:20:13.160" v="890" actId="1076"/>
          <ac:picMkLst>
            <pc:docMk/>
            <pc:sldMk cId="4187038532" sldId="264"/>
            <ac:picMk id="29" creationId="{AD4BAB0A-1452-6B46-D248-1F6B87078296}"/>
          </ac:picMkLst>
        </pc:picChg>
        <pc:picChg chg="add del mod">
          <ac:chgData name="Tuche Rodriguez" userId="2194c5a319590c0a" providerId="LiveId" clId="{4D019A8E-D996-4B31-94EE-8F6843695E6A}" dt="2026-03-23T00:16:39.621" v="879" actId="478"/>
          <ac:picMkLst>
            <pc:docMk/>
            <pc:sldMk cId="4187038532" sldId="264"/>
            <ac:picMk id="31" creationId="{62EC0F01-2200-2B64-8397-25DBCBB11059}"/>
          </ac:picMkLst>
        </pc:picChg>
        <pc:picChg chg="add mod">
          <ac:chgData name="Tuche Rodriguez" userId="2194c5a319590c0a" providerId="LiveId" clId="{4D019A8E-D996-4B31-94EE-8F6843695E6A}" dt="2026-03-23T00:20:06.626" v="888" actId="14100"/>
          <ac:picMkLst>
            <pc:docMk/>
            <pc:sldMk cId="4187038532" sldId="264"/>
            <ac:picMk id="33" creationId="{254AF2CA-772C-F324-D7CF-9F41846A43BB}"/>
          </ac:picMkLst>
        </pc:picChg>
        <pc:cxnChg chg="add mod">
          <ac:chgData name="Tuche Rodriguez" userId="2194c5a319590c0a" providerId="LiveId" clId="{4D019A8E-D996-4B31-94EE-8F6843695E6A}" dt="2026-03-23T00:23:23.249" v="921" actId="1076"/>
          <ac:cxnSpMkLst>
            <pc:docMk/>
            <pc:sldMk cId="4187038532" sldId="264"/>
            <ac:cxnSpMk id="24" creationId="{571CBF8F-CCD3-55B3-40C7-FEBF4E2DD7DF}"/>
          </ac:cxnSpMkLst>
        </pc:cxnChg>
        <pc:cxnChg chg="add mod">
          <ac:chgData name="Tuche Rodriguez" userId="2194c5a319590c0a" providerId="LiveId" clId="{4D019A8E-D996-4B31-94EE-8F6843695E6A}" dt="2026-03-23T00:23:38.120" v="924" actId="14100"/>
          <ac:cxnSpMkLst>
            <pc:docMk/>
            <pc:sldMk cId="4187038532" sldId="264"/>
            <ac:cxnSpMk id="25" creationId="{A4453145-7F27-52C9-4B12-56D6273CEB6F}"/>
          </ac:cxnSpMkLst>
        </pc:cxnChg>
        <pc:cxnChg chg="add mod">
          <ac:chgData name="Tuche Rodriguez" userId="2194c5a319590c0a" providerId="LiveId" clId="{4D019A8E-D996-4B31-94EE-8F6843695E6A}" dt="2026-03-23T00:24:09.145" v="932" actId="1076"/>
          <ac:cxnSpMkLst>
            <pc:docMk/>
            <pc:sldMk cId="4187038532" sldId="264"/>
            <ac:cxnSpMk id="47" creationId="{E16C3B0A-75E7-826E-8846-7F6A3BB701FD}"/>
          </ac:cxnSpMkLst>
        </pc:cxnChg>
      </pc:sldChg>
      <pc:sldChg chg="addSp delSp modSp mod setBg">
        <pc:chgData name="Tuche Rodriguez" userId="2194c5a319590c0a" providerId="LiveId" clId="{4D019A8E-D996-4B31-94EE-8F6843695E6A}" dt="2026-03-23T02:27:07.500" v="1660"/>
        <pc:sldMkLst>
          <pc:docMk/>
          <pc:sldMk cId="3883526559" sldId="265"/>
        </pc:sldMkLst>
        <pc:spChg chg="mod">
          <ac:chgData name="Tuche Rodriguez" userId="2194c5a319590c0a" providerId="LiveId" clId="{4D019A8E-D996-4B31-94EE-8F6843695E6A}" dt="2026-03-23T00:26:53.643" v="965" actId="1076"/>
          <ac:spMkLst>
            <pc:docMk/>
            <pc:sldMk cId="3883526559" sldId="265"/>
            <ac:spMk id="2" creationId="{FEB7AD43-D2BB-A04A-BA2E-62483CB86494}"/>
          </ac:spMkLst>
        </pc:spChg>
        <pc:spChg chg="del">
          <ac:chgData name="Tuche Rodriguez" userId="2194c5a319590c0a" providerId="LiveId" clId="{4D019A8E-D996-4B31-94EE-8F6843695E6A}" dt="2026-03-23T00:26:59.085" v="968" actId="478"/>
          <ac:spMkLst>
            <pc:docMk/>
            <pc:sldMk cId="3883526559" sldId="265"/>
            <ac:spMk id="4" creationId="{C8684A4B-16AF-666B-33D2-9BB2BD3C555F}"/>
          </ac:spMkLst>
        </pc:spChg>
        <pc:spChg chg="add del mod">
          <ac:chgData name="Tuche Rodriguez" userId="2194c5a319590c0a" providerId="LiveId" clId="{4D019A8E-D996-4B31-94EE-8F6843695E6A}" dt="2026-03-23T00:26:57.778" v="967" actId="478"/>
          <ac:spMkLst>
            <pc:docMk/>
            <pc:sldMk cId="3883526559" sldId="265"/>
            <ac:spMk id="7" creationId="{33CF38F8-4E5A-F66E-BCDF-4DCA3D75EBB2}"/>
          </ac:spMkLst>
        </pc:spChg>
        <pc:spChg chg="add del mod">
          <ac:chgData name="Tuche Rodriguez" userId="2194c5a319590c0a" providerId="LiveId" clId="{4D019A8E-D996-4B31-94EE-8F6843695E6A}" dt="2026-03-23T00:27:00.543" v="969" actId="478"/>
          <ac:spMkLst>
            <pc:docMk/>
            <pc:sldMk cId="3883526559" sldId="265"/>
            <ac:spMk id="9" creationId="{54B84441-354C-5495-9ADE-AD69830C5E95}"/>
          </ac:spMkLst>
        </pc:spChg>
        <pc:spChg chg="add mod">
          <ac:chgData name="Tuche Rodriguez" userId="2194c5a319590c0a" providerId="LiveId" clId="{4D019A8E-D996-4B31-94EE-8F6843695E6A}" dt="2026-03-23T00:27:24.717" v="976" actId="113"/>
          <ac:spMkLst>
            <pc:docMk/>
            <pc:sldMk cId="3883526559" sldId="265"/>
            <ac:spMk id="13" creationId="{D2C1D80C-104D-53E8-5822-E6366747923E}"/>
          </ac:spMkLst>
        </pc:spChg>
        <pc:spChg chg="add mod">
          <ac:chgData name="Tuche Rodriguez" userId="2194c5a319590c0a" providerId="LiveId" clId="{4D019A8E-D996-4B31-94EE-8F6843695E6A}" dt="2026-03-23T00:32:36.697" v="1113" actId="1076"/>
          <ac:spMkLst>
            <pc:docMk/>
            <pc:sldMk cId="3883526559" sldId="265"/>
            <ac:spMk id="16" creationId="{1466FFCE-A547-A2EE-9C73-3990F1BFA644}"/>
          </ac:spMkLst>
        </pc:spChg>
        <pc:spChg chg="add mod">
          <ac:chgData name="Tuche Rodriguez" userId="2194c5a319590c0a" providerId="LiveId" clId="{4D019A8E-D996-4B31-94EE-8F6843695E6A}" dt="2026-03-23T00:32:54.807" v="1117" actId="20577"/>
          <ac:spMkLst>
            <pc:docMk/>
            <pc:sldMk cId="3883526559" sldId="265"/>
            <ac:spMk id="22" creationId="{29478D3B-CF0B-314C-E2A6-7A4ABDA031C0}"/>
          </ac:spMkLst>
        </pc:spChg>
        <pc:spChg chg="add mod">
          <ac:chgData name="Tuche Rodriguez" userId="2194c5a319590c0a" providerId="LiveId" clId="{4D019A8E-D996-4B31-94EE-8F6843695E6A}" dt="2026-03-23T00:32:09.314" v="1107" actId="255"/>
          <ac:spMkLst>
            <pc:docMk/>
            <pc:sldMk cId="3883526559" sldId="265"/>
            <ac:spMk id="29" creationId="{BE83E563-DF46-3A22-B6F1-9AFB5CB01CC8}"/>
          </ac:spMkLst>
        </pc:spChg>
        <pc:graphicFrameChg chg="add mod">
          <ac:chgData name="Tuche Rodriguez" userId="2194c5a319590c0a" providerId="LiveId" clId="{4D019A8E-D996-4B31-94EE-8F6843695E6A}" dt="2026-03-23T00:26:44.753" v="960"/>
          <ac:graphicFrameMkLst>
            <pc:docMk/>
            <pc:sldMk cId="3883526559" sldId="265"/>
            <ac:graphicFrameMk id="3" creationId="{14CF9F42-0384-2518-ACE6-31860BDBA35C}"/>
          </ac:graphicFrameMkLst>
        </pc:graphicFrameChg>
        <pc:graphicFrameChg chg="add mod">
          <ac:chgData name="Tuche Rodriguez" userId="2194c5a319590c0a" providerId="LiveId" clId="{4D019A8E-D996-4B31-94EE-8F6843695E6A}" dt="2026-03-23T00:27:10.667" v="970"/>
          <ac:graphicFrameMkLst>
            <pc:docMk/>
            <pc:sldMk cId="3883526559" sldId="265"/>
            <ac:graphicFrameMk id="11" creationId="{CAE35223-5926-51B7-671C-897CB30616A9}"/>
          </ac:graphicFrameMkLst>
        </pc:graphicFrameChg>
        <pc:graphicFrameChg chg="add mod">
          <ac:chgData name="Tuche Rodriguez" userId="2194c5a319590c0a" providerId="LiveId" clId="{4D019A8E-D996-4B31-94EE-8F6843695E6A}" dt="2026-03-23T00:28:16.556" v="977"/>
          <ac:graphicFrameMkLst>
            <pc:docMk/>
            <pc:sldMk cId="3883526559" sldId="265"/>
            <ac:graphicFrameMk id="14" creationId="{89E533B2-A2B1-2510-9144-4786CA8F2B79}"/>
          </ac:graphicFrameMkLst>
        </pc:graphicFrameChg>
        <pc:graphicFrameChg chg="add mod">
          <ac:chgData name="Tuche Rodriguez" userId="2194c5a319590c0a" providerId="LiveId" clId="{4D019A8E-D996-4B31-94EE-8F6843695E6A}" dt="2026-03-23T00:30:08.931" v="1048"/>
          <ac:graphicFrameMkLst>
            <pc:docMk/>
            <pc:sldMk cId="3883526559" sldId="265"/>
            <ac:graphicFrameMk id="20" creationId="{847D43F8-8C38-A6DB-6024-54EAE2146073}"/>
          </ac:graphicFrameMkLst>
        </pc:graphicFrameChg>
        <pc:graphicFrameChg chg="add mod">
          <ac:chgData name="Tuche Rodriguez" userId="2194c5a319590c0a" providerId="LiveId" clId="{4D019A8E-D996-4B31-94EE-8F6843695E6A}" dt="2026-03-23T00:31:46.886" v="1098"/>
          <ac:graphicFrameMkLst>
            <pc:docMk/>
            <pc:sldMk cId="3883526559" sldId="265"/>
            <ac:graphicFrameMk id="27" creationId="{BA1A18BF-DDA1-FEF5-848F-CD3A16E42A25}"/>
          </ac:graphicFrameMkLst>
        </pc:graphicFrameChg>
        <pc:picChg chg="del">
          <ac:chgData name="Tuche Rodriguez" userId="2194c5a319590c0a" providerId="LiveId" clId="{4D019A8E-D996-4B31-94EE-8F6843695E6A}" dt="2026-03-23T00:26:54.837" v="966" actId="478"/>
          <ac:picMkLst>
            <pc:docMk/>
            <pc:sldMk cId="3883526559" sldId="265"/>
            <ac:picMk id="5" creationId="{6158B74F-9423-4FCC-9B69-444B831F6EBF}"/>
          </ac:picMkLst>
        </pc:picChg>
        <pc:picChg chg="add mod">
          <ac:chgData name="Tuche Rodriguez" userId="2194c5a319590c0a" providerId="LiveId" clId="{4D019A8E-D996-4B31-94EE-8F6843695E6A}" dt="2026-03-23T00:32:33.312" v="1112" actId="1076"/>
          <ac:picMkLst>
            <pc:docMk/>
            <pc:sldMk cId="3883526559" sldId="265"/>
            <ac:picMk id="19" creationId="{74009029-A09B-A339-A118-CAB24343582E}"/>
          </ac:picMkLst>
        </pc:picChg>
        <pc:picChg chg="add mod">
          <ac:chgData name="Tuche Rodriguez" userId="2194c5a319590c0a" providerId="LiveId" clId="{4D019A8E-D996-4B31-94EE-8F6843695E6A}" dt="2026-03-23T00:32:50.122" v="1116" actId="1076"/>
          <ac:picMkLst>
            <pc:docMk/>
            <pc:sldMk cId="3883526559" sldId="265"/>
            <ac:picMk id="24" creationId="{A4A70A41-8345-6689-8DF6-714F731A67CD}"/>
          </ac:picMkLst>
        </pc:picChg>
        <pc:cxnChg chg="add mod">
          <ac:chgData name="Tuche Rodriguez" userId="2194c5a319590c0a" providerId="LiveId" clId="{4D019A8E-D996-4B31-94EE-8F6843695E6A}" dt="2026-03-23T00:31:33.098" v="1097" actId="14100"/>
          <ac:cxnSpMkLst>
            <pc:docMk/>
            <pc:sldMk cId="3883526559" sldId="265"/>
            <ac:cxnSpMk id="17" creationId="{B028D1A0-5A78-AC7A-8609-F4A3BE56B07E}"/>
          </ac:cxnSpMkLst>
        </pc:cxnChg>
        <pc:cxnChg chg="add mod">
          <ac:chgData name="Tuche Rodriguez" userId="2194c5a319590c0a" providerId="LiveId" clId="{4D019A8E-D996-4B31-94EE-8F6843695E6A}" dt="2026-03-23T00:33:11.950" v="1121" actId="1076"/>
          <ac:cxnSpMkLst>
            <pc:docMk/>
            <pc:sldMk cId="3883526559" sldId="265"/>
            <ac:cxnSpMk id="30" creationId="{E49067CC-DC67-C0F9-6BA7-A5F3A70F3B55}"/>
          </ac:cxnSpMkLst>
        </pc:cxnChg>
      </pc:sldChg>
      <pc:sldChg chg="addSp delSp modSp mod ord setBg">
        <pc:chgData name="Tuche Rodriguez" userId="2194c5a319590c0a" providerId="LiveId" clId="{4D019A8E-D996-4B31-94EE-8F6843695E6A}" dt="2026-03-23T02:46:31.767" v="1877" actId="5793"/>
        <pc:sldMkLst>
          <pc:docMk/>
          <pc:sldMk cId="1862153292" sldId="266"/>
        </pc:sldMkLst>
        <pc:spChg chg="mod">
          <ac:chgData name="Tuche Rodriguez" userId="2194c5a319590c0a" providerId="LiveId" clId="{4D019A8E-D996-4B31-94EE-8F6843695E6A}" dt="2026-03-23T02:40:23.326" v="1791" actId="20577"/>
          <ac:spMkLst>
            <pc:docMk/>
            <pc:sldMk cId="1862153292" sldId="266"/>
            <ac:spMk id="2" creationId="{301AB324-67E6-F6CB-C193-52A262254D4D}"/>
          </ac:spMkLst>
        </pc:spChg>
        <pc:spChg chg="del mod">
          <ac:chgData name="Tuche Rodriguez" userId="2194c5a319590c0a" providerId="LiveId" clId="{4D019A8E-D996-4B31-94EE-8F6843695E6A}" dt="2026-03-23T00:54:55.507" v="1140" actId="478"/>
          <ac:spMkLst>
            <pc:docMk/>
            <pc:sldMk cId="1862153292" sldId="266"/>
            <ac:spMk id="4" creationId="{5110F21A-091E-2CBD-8B60-80EDF207F4FA}"/>
          </ac:spMkLst>
        </pc:spChg>
        <pc:spChg chg="add del mod">
          <ac:chgData name="Tuche Rodriguez" userId="2194c5a319590c0a" providerId="LiveId" clId="{4D019A8E-D996-4B31-94EE-8F6843695E6A}" dt="2026-03-23T00:33:31.704" v="1123" actId="478"/>
          <ac:spMkLst>
            <pc:docMk/>
            <pc:sldMk cId="1862153292" sldId="266"/>
            <ac:spMk id="6" creationId="{67A89738-30AA-9D5F-3E02-E2300A8F1D11}"/>
          </ac:spMkLst>
        </pc:spChg>
        <pc:spChg chg="add mod">
          <ac:chgData name="Tuche Rodriguez" userId="2194c5a319590c0a" providerId="LiveId" clId="{4D019A8E-D996-4B31-94EE-8F6843695E6A}" dt="2026-03-23T00:58:16.507" v="1199" actId="1076"/>
          <ac:spMkLst>
            <pc:docMk/>
            <pc:sldMk cId="1862153292" sldId="266"/>
            <ac:spMk id="11" creationId="{3658F7B6-72BB-6091-4F4D-DC45D976459C}"/>
          </ac:spMkLst>
        </pc:spChg>
        <pc:spChg chg="add mod">
          <ac:chgData name="Tuche Rodriguez" userId="2194c5a319590c0a" providerId="LiveId" clId="{4D019A8E-D996-4B31-94EE-8F6843695E6A}" dt="2026-03-23T02:42:26.061" v="1826" actId="14100"/>
          <ac:spMkLst>
            <pc:docMk/>
            <pc:sldMk cId="1862153292" sldId="266"/>
            <ac:spMk id="14" creationId="{31D69C1C-33BA-50A0-6244-CB846AA2A916}"/>
          </ac:spMkLst>
        </pc:spChg>
        <pc:spChg chg="add mod">
          <ac:chgData name="Tuche Rodriguez" userId="2194c5a319590c0a" providerId="LiveId" clId="{4D019A8E-D996-4B31-94EE-8F6843695E6A}" dt="2026-03-23T02:46:31.767" v="1877" actId="5793"/>
          <ac:spMkLst>
            <pc:docMk/>
            <pc:sldMk cId="1862153292" sldId="266"/>
            <ac:spMk id="18" creationId="{AC7E4C27-46B8-1A83-15A2-36A37B12DE06}"/>
          </ac:spMkLst>
        </pc:spChg>
        <pc:spChg chg="add mod">
          <ac:chgData name="Tuche Rodriguez" userId="2194c5a319590c0a" providerId="LiveId" clId="{4D019A8E-D996-4B31-94EE-8F6843695E6A}" dt="2026-03-23T02:43:41.697" v="1867" actId="20577"/>
          <ac:spMkLst>
            <pc:docMk/>
            <pc:sldMk cId="1862153292" sldId="266"/>
            <ac:spMk id="28" creationId="{97D041B5-1B89-6FF3-9332-A7DD6A21FCD9}"/>
          </ac:spMkLst>
        </pc:spChg>
        <pc:graphicFrameChg chg="add mod">
          <ac:chgData name="Tuche Rodriguez" userId="2194c5a319590c0a" providerId="LiveId" clId="{4D019A8E-D996-4B31-94EE-8F6843695E6A}" dt="2026-03-23T00:54:11.342" v="1125"/>
          <ac:graphicFrameMkLst>
            <pc:docMk/>
            <pc:sldMk cId="1862153292" sldId="266"/>
            <ac:graphicFrameMk id="7" creationId="{FF3E3BEF-1004-4465-04D1-5627B92E5C83}"/>
          </ac:graphicFrameMkLst>
        </pc:graphicFrameChg>
        <pc:graphicFrameChg chg="add mod">
          <ac:chgData name="Tuche Rodriguez" userId="2194c5a319590c0a" providerId="LiveId" clId="{4D019A8E-D996-4B31-94EE-8F6843695E6A}" dt="2026-03-23T00:54:29.110" v="1131"/>
          <ac:graphicFrameMkLst>
            <pc:docMk/>
            <pc:sldMk cId="1862153292" sldId="266"/>
            <ac:graphicFrameMk id="8" creationId="{848C1731-E2AC-3365-E887-9BF098AFA11B}"/>
          </ac:graphicFrameMkLst>
        </pc:graphicFrameChg>
        <pc:graphicFrameChg chg="add mod">
          <ac:chgData name="Tuche Rodriguez" userId="2194c5a319590c0a" providerId="LiveId" clId="{4D019A8E-D996-4B31-94EE-8F6843695E6A}" dt="2026-03-23T00:55:04.442" v="1141"/>
          <ac:graphicFrameMkLst>
            <pc:docMk/>
            <pc:sldMk cId="1862153292" sldId="266"/>
            <ac:graphicFrameMk id="12" creationId="{A3471E8F-5CCE-00A2-6615-184E98960FCA}"/>
          </ac:graphicFrameMkLst>
        </pc:graphicFrameChg>
        <pc:graphicFrameChg chg="add del mod modGraphic">
          <ac:chgData name="Tuche Rodriguez" userId="2194c5a319590c0a" providerId="LiveId" clId="{4D019A8E-D996-4B31-94EE-8F6843695E6A}" dt="2026-03-23T00:56:24.070" v="1163" actId="478"/>
          <ac:graphicFrameMkLst>
            <pc:docMk/>
            <pc:sldMk cId="1862153292" sldId="266"/>
            <ac:graphicFrameMk id="15" creationId="{C21DB099-983E-137C-D284-1ABEC754A811}"/>
          </ac:graphicFrameMkLst>
        </pc:graphicFrameChg>
        <pc:graphicFrameChg chg="add mod">
          <ac:chgData name="Tuche Rodriguez" userId="2194c5a319590c0a" providerId="LiveId" clId="{4D019A8E-D996-4B31-94EE-8F6843695E6A}" dt="2026-03-23T00:56:25.504" v="1164"/>
          <ac:graphicFrameMkLst>
            <pc:docMk/>
            <pc:sldMk cId="1862153292" sldId="266"/>
            <ac:graphicFrameMk id="16" creationId="{7080A655-BC73-8C9A-F216-A10AFBAAC285}"/>
          </ac:graphicFrameMkLst>
        </pc:graphicFrameChg>
        <pc:graphicFrameChg chg="add mod">
          <ac:chgData name="Tuche Rodriguez" userId="2194c5a319590c0a" providerId="LiveId" clId="{4D019A8E-D996-4B31-94EE-8F6843695E6A}" dt="2026-03-23T01:10:25.218" v="1268"/>
          <ac:graphicFrameMkLst>
            <pc:docMk/>
            <pc:sldMk cId="1862153292" sldId="266"/>
            <ac:graphicFrameMk id="26" creationId="{C34E31E0-AAE1-AB65-A544-4AE85533D3D6}"/>
          </ac:graphicFrameMkLst>
        </pc:graphicFrameChg>
        <pc:graphicFrameChg chg="add mod">
          <ac:chgData name="Tuche Rodriguez" userId="2194c5a319590c0a" providerId="LiveId" clId="{4D019A8E-D996-4B31-94EE-8F6843695E6A}" dt="2026-03-23T01:12:34.078" v="1278"/>
          <ac:graphicFrameMkLst>
            <pc:docMk/>
            <pc:sldMk cId="1862153292" sldId="266"/>
            <ac:graphicFrameMk id="29" creationId="{1744ECAD-5021-DF95-84DD-A25A108A8221}"/>
          </ac:graphicFrameMkLst>
        </pc:graphicFrameChg>
        <pc:graphicFrameChg chg="add mod">
          <ac:chgData name="Tuche Rodriguez" userId="2194c5a319590c0a" providerId="LiveId" clId="{4D019A8E-D996-4B31-94EE-8F6843695E6A}" dt="2026-03-23T02:41:17.455" v="1793"/>
          <ac:graphicFrameMkLst>
            <pc:docMk/>
            <pc:sldMk cId="1862153292" sldId="266"/>
            <ac:graphicFrameMk id="30" creationId="{9BF9F602-191E-4410-F1D6-587D801DF262}"/>
          </ac:graphicFrameMkLst>
        </pc:graphicFrameChg>
        <pc:graphicFrameChg chg="add mod">
          <ac:chgData name="Tuche Rodriguez" userId="2194c5a319590c0a" providerId="LiveId" clId="{4D019A8E-D996-4B31-94EE-8F6843695E6A}" dt="2026-03-23T02:45:59.198" v="1871"/>
          <ac:graphicFrameMkLst>
            <pc:docMk/>
            <pc:sldMk cId="1862153292" sldId="266"/>
            <ac:graphicFrameMk id="31" creationId="{9D5386A3-781F-4851-1D5B-1A4D2055E14A}"/>
          </ac:graphicFrameMkLst>
        </pc:graphicFrameChg>
        <pc:picChg chg="del">
          <ac:chgData name="Tuche Rodriguez" userId="2194c5a319590c0a" providerId="LiveId" clId="{4D019A8E-D996-4B31-94EE-8F6843695E6A}" dt="2026-03-23T00:33:29.186" v="1122" actId="478"/>
          <ac:picMkLst>
            <pc:docMk/>
            <pc:sldMk cId="1862153292" sldId="266"/>
            <ac:picMk id="5" creationId="{58BD3CDB-D29C-4D40-BC96-4F85BB4E492C}"/>
          </ac:picMkLst>
        </pc:picChg>
        <pc:picChg chg="add mod">
          <ac:chgData name="Tuche Rodriguez" userId="2194c5a319590c0a" providerId="LiveId" clId="{4D019A8E-D996-4B31-94EE-8F6843695E6A}" dt="2026-03-23T01:09:40.298" v="1258" actId="1076"/>
          <ac:picMkLst>
            <pc:docMk/>
            <pc:sldMk cId="1862153292" sldId="266"/>
            <ac:picMk id="20" creationId="{2240BF76-C523-B4D7-6EC9-BB16A3A13F6B}"/>
          </ac:picMkLst>
        </pc:picChg>
        <pc:cxnChg chg="add mod">
          <ac:chgData name="Tuche Rodriguez" userId="2194c5a319590c0a" providerId="LiveId" clId="{4D019A8E-D996-4B31-94EE-8F6843695E6A}" dt="2026-03-23T02:40:47.806" v="1792" actId="1076"/>
          <ac:cxnSpMkLst>
            <pc:docMk/>
            <pc:sldMk cId="1862153292" sldId="266"/>
            <ac:cxnSpMk id="21" creationId="{56C13146-6042-CCF5-F821-6F0D039D53BA}"/>
          </ac:cxnSpMkLst>
        </pc:cxnChg>
        <pc:cxnChg chg="add mod">
          <ac:chgData name="Tuche Rodriguez" userId="2194c5a319590c0a" providerId="LiveId" clId="{4D019A8E-D996-4B31-94EE-8F6843695E6A}" dt="2026-03-23T01:10:09.588" v="1267" actId="1076"/>
          <ac:cxnSpMkLst>
            <pc:docMk/>
            <pc:sldMk cId="1862153292" sldId="266"/>
            <ac:cxnSpMk id="23" creationId="{1918368D-DDF5-7A99-D74B-1B8EA44107FD}"/>
          </ac:cxnSpMkLst>
        </pc:cxnChg>
      </pc:sldChg>
      <pc:sldChg chg="addSp delSp modSp mod setBg">
        <pc:chgData name="Tuche Rodriguez" userId="2194c5a319590c0a" providerId="LiveId" clId="{4D019A8E-D996-4B31-94EE-8F6843695E6A}" dt="2026-03-23T17:01:58.864" v="2165" actId="1076"/>
        <pc:sldMkLst>
          <pc:docMk/>
          <pc:sldMk cId="1595474819" sldId="267"/>
        </pc:sldMkLst>
        <pc:spChg chg="mod">
          <ac:chgData name="Tuche Rodriguez" userId="2194c5a319590c0a" providerId="LiveId" clId="{4D019A8E-D996-4B31-94EE-8F6843695E6A}" dt="2026-03-23T02:18:07.482" v="1490" actId="20577"/>
          <ac:spMkLst>
            <pc:docMk/>
            <pc:sldMk cId="1595474819" sldId="267"/>
            <ac:spMk id="2" creationId="{08F120EC-836F-AE94-50FE-2D88B0AC023B}"/>
          </ac:spMkLst>
        </pc:spChg>
        <pc:spChg chg="del mod">
          <ac:chgData name="Tuche Rodriguez" userId="2194c5a319590c0a" providerId="LiveId" clId="{4D019A8E-D996-4B31-94EE-8F6843695E6A}" dt="2026-03-23T02:19:14.307" v="1499"/>
          <ac:spMkLst>
            <pc:docMk/>
            <pc:sldMk cId="1595474819" sldId="267"/>
            <ac:spMk id="4" creationId="{E8B6F590-11B4-59AC-0761-F21770B57923}"/>
          </ac:spMkLst>
        </pc:spChg>
        <pc:spChg chg="add del mod">
          <ac:chgData name="Tuche Rodriguez" userId="2194c5a319590c0a" providerId="LiveId" clId="{4D019A8E-D996-4B31-94EE-8F6843695E6A}" dt="2026-03-23T02:12:50.434" v="1487" actId="478"/>
          <ac:spMkLst>
            <pc:docMk/>
            <pc:sldMk cId="1595474819" sldId="267"/>
            <ac:spMk id="7" creationId="{0F2F06D9-C27E-0025-04BD-7E188F54DED7}"/>
          </ac:spMkLst>
        </pc:spChg>
        <pc:spChg chg="add mod">
          <ac:chgData name="Tuche Rodriguez" userId="2194c5a319590c0a" providerId="LiveId" clId="{4D019A8E-D996-4B31-94EE-8F6843695E6A}" dt="2026-03-23T02:18:41.252" v="1497" actId="113"/>
          <ac:spMkLst>
            <pc:docMk/>
            <pc:sldMk cId="1595474819" sldId="267"/>
            <ac:spMk id="11" creationId="{F6327CD4-43E4-EF61-A41D-1B507F0DCD61}"/>
          </ac:spMkLst>
        </pc:spChg>
        <pc:spChg chg="add del mod">
          <ac:chgData name="Tuche Rodriguez" userId="2194c5a319590c0a" providerId="LiveId" clId="{4D019A8E-D996-4B31-94EE-8F6843695E6A}" dt="2026-03-23T02:19:20.388" v="1501" actId="478"/>
          <ac:spMkLst>
            <pc:docMk/>
            <pc:sldMk cId="1595474819" sldId="267"/>
            <ac:spMk id="14" creationId="{30EA71AC-1ED3-94DF-BF32-2E17BB8A1018}"/>
          </ac:spMkLst>
        </pc:spChg>
        <pc:spChg chg="add mod">
          <ac:chgData name="Tuche Rodriguez" userId="2194c5a319590c0a" providerId="LiveId" clId="{4D019A8E-D996-4B31-94EE-8F6843695E6A}" dt="2026-03-23T02:26:05.098" v="1644" actId="1076"/>
          <ac:spMkLst>
            <pc:docMk/>
            <pc:sldMk cId="1595474819" sldId="267"/>
            <ac:spMk id="17" creationId="{4E0C63EE-732E-2AC2-9CB9-E2524E614C7A}"/>
          </ac:spMkLst>
        </pc:spChg>
        <pc:spChg chg="add mod">
          <ac:chgData name="Tuche Rodriguez" userId="2194c5a319590c0a" providerId="LiveId" clId="{4D019A8E-D996-4B31-94EE-8F6843695E6A}" dt="2026-03-23T02:26:01.806" v="1643" actId="1076"/>
          <ac:spMkLst>
            <pc:docMk/>
            <pc:sldMk cId="1595474819" sldId="267"/>
            <ac:spMk id="20" creationId="{03099D82-067F-A097-2CDD-5AD95E79E9D7}"/>
          </ac:spMkLst>
        </pc:spChg>
        <pc:spChg chg="add mod">
          <ac:chgData name="Tuche Rodriguez" userId="2194c5a319590c0a" providerId="LiveId" clId="{4D019A8E-D996-4B31-94EE-8F6843695E6A}" dt="2026-03-23T02:26:44.604" v="1653" actId="1076"/>
          <ac:spMkLst>
            <pc:docMk/>
            <pc:sldMk cId="1595474819" sldId="267"/>
            <ac:spMk id="30" creationId="{21909097-ABE3-77EA-C6E0-CBCE512D9201}"/>
          </ac:spMkLst>
        </pc:spChg>
        <pc:graphicFrameChg chg="add mod">
          <ac:chgData name="Tuche Rodriguez" userId="2194c5a319590c0a" providerId="LiveId" clId="{4D019A8E-D996-4B31-94EE-8F6843695E6A}" dt="2026-03-23T02:12:02.661" v="1447"/>
          <ac:graphicFrameMkLst>
            <pc:docMk/>
            <pc:sldMk cId="1595474819" sldId="267"/>
            <ac:graphicFrameMk id="3" creationId="{C75BBB44-AE9C-7606-D5FA-693FE0A05ADD}"/>
          </ac:graphicFrameMkLst>
        </pc:graphicFrameChg>
        <pc:graphicFrameChg chg="add mod">
          <ac:chgData name="Tuche Rodriguez" userId="2194c5a319590c0a" providerId="LiveId" clId="{4D019A8E-D996-4B31-94EE-8F6843695E6A}" dt="2026-03-23T02:18:29.323" v="1491"/>
          <ac:graphicFrameMkLst>
            <pc:docMk/>
            <pc:sldMk cId="1595474819" sldId="267"/>
            <ac:graphicFrameMk id="8" creationId="{72ADD99B-885E-C632-35ED-6336EB767B4F}"/>
          </ac:graphicFrameMkLst>
        </pc:graphicFrameChg>
        <pc:graphicFrameChg chg="add del mod">
          <ac:chgData name="Tuche Rodriguez" userId="2194c5a319590c0a" providerId="LiveId" clId="{4D019A8E-D996-4B31-94EE-8F6843695E6A}" dt="2026-03-23T02:19:18.294" v="1500" actId="478"/>
          <ac:graphicFrameMkLst>
            <pc:docMk/>
            <pc:sldMk cId="1595474819" sldId="267"/>
            <ac:graphicFrameMk id="12" creationId="{A794841E-B378-F5F8-6203-3A5BCFE0B01B}"/>
          </ac:graphicFrameMkLst>
        </pc:graphicFrameChg>
        <pc:graphicFrameChg chg="add mod">
          <ac:chgData name="Tuche Rodriguez" userId="2194c5a319590c0a" providerId="LiveId" clId="{4D019A8E-D996-4B31-94EE-8F6843695E6A}" dt="2026-03-23T02:19:20.803" v="1502"/>
          <ac:graphicFrameMkLst>
            <pc:docMk/>
            <pc:sldMk cId="1595474819" sldId="267"/>
            <ac:graphicFrameMk id="15" creationId="{1BEDA5B7-2D2F-099E-0085-8C6492A48296}"/>
          </ac:graphicFrameMkLst>
        </pc:graphicFrameChg>
        <pc:graphicFrameChg chg="add mod">
          <ac:chgData name="Tuche Rodriguez" userId="2194c5a319590c0a" providerId="LiveId" clId="{4D019A8E-D996-4B31-94EE-8F6843695E6A}" dt="2026-03-23T02:21:19.617" v="1556"/>
          <ac:graphicFrameMkLst>
            <pc:docMk/>
            <pc:sldMk cId="1595474819" sldId="267"/>
            <ac:graphicFrameMk id="18" creationId="{14395F82-D52C-49C8-BB7B-8C0A3F0CB2C1}"/>
          </ac:graphicFrameMkLst>
        </pc:graphicFrameChg>
        <pc:graphicFrameChg chg="add mod">
          <ac:chgData name="Tuche Rodriguez" userId="2194c5a319590c0a" providerId="LiveId" clId="{4D019A8E-D996-4B31-94EE-8F6843695E6A}" dt="2026-03-23T02:21:31.426" v="1561"/>
          <ac:graphicFrameMkLst>
            <pc:docMk/>
            <pc:sldMk cId="1595474819" sldId="267"/>
            <ac:graphicFrameMk id="21" creationId="{FE30BCC0-D2B8-7AED-F789-6B13D8A019C4}"/>
          </ac:graphicFrameMkLst>
        </pc:graphicFrameChg>
        <pc:graphicFrameChg chg="add mod">
          <ac:chgData name="Tuche Rodriguez" userId="2194c5a319590c0a" providerId="LiveId" clId="{4D019A8E-D996-4B31-94EE-8F6843695E6A}" dt="2026-03-23T02:25:46.242" v="1638"/>
          <ac:graphicFrameMkLst>
            <pc:docMk/>
            <pc:sldMk cId="1595474819" sldId="267"/>
            <ac:graphicFrameMk id="28" creationId="{F5878E64-79E0-50F7-3DC4-98CCF455CFAA}"/>
          </ac:graphicFrameMkLst>
        </pc:graphicFrameChg>
        <pc:picChg chg="add mod">
          <ac:chgData name="Tuche Rodriguez" userId="2194c5a319590c0a" providerId="LiveId" clId="{4D019A8E-D996-4B31-94EE-8F6843695E6A}" dt="2026-03-23T17:01:58.864" v="2165" actId="1076"/>
          <ac:picMkLst>
            <pc:docMk/>
            <pc:sldMk cId="1595474819" sldId="267"/>
            <ac:picMk id="4" creationId="{C4A04F1F-697D-1835-6D4C-B18EB9EA00A5}"/>
          </ac:picMkLst>
        </pc:picChg>
        <pc:picChg chg="del">
          <ac:chgData name="Tuche Rodriguez" userId="2194c5a319590c0a" providerId="LiveId" clId="{4D019A8E-D996-4B31-94EE-8F6843695E6A}" dt="2026-03-23T02:12:47.750" v="1486" actId="478"/>
          <ac:picMkLst>
            <pc:docMk/>
            <pc:sldMk cId="1595474819" sldId="267"/>
            <ac:picMk id="5" creationId="{167A29EF-3551-4721-957E-ADCB60BF7B52}"/>
          </ac:picMkLst>
        </pc:picChg>
        <pc:cxnChg chg="add mod">
          <ac:chgData name="Tuche Rodriguez" userId="2194c5a319590c0a" providerId="LiveId" clId="{4D019A8E-D996-4B31-94EE-8F6843695E6A}" dt="2026-03-23T02:25:18.722" v="1631" actId="1076"/>
          <ac:cxnSpMkLst>
            <pc:docMk/>
            <pc:sldMk cId="1595474819" sldId="267"/>
            <ac:cxnSpMk id="22" creationId="{937F22F6-2BD2-3955-3BEB-C71307459DF8}"/>
          </ac:cxnSpMkLst>
        </pc:cxnChg>
        <pc:cxnChg chg="add mod">
          <ac:chgData name="Tuche Rodriguez" userId="2194c5a319590c0a" providerId="LiveId" clId="{4D019A8E-D996-4B31-94EE-8F6843695E6A}" dt="2026-03-23T02:26:07.123" v="1645" actId="1076"/>
          <ac:cxnSpMkLst>
            <pc:docMk/>
            <pc:sldMk cId="1595474819" sldId="267"/>
            <ac:cxnSpMk id="25" creationId="{2D2ED4E1-6418-6432-2755-F905874561CF}"/>
          </ac:cxnSpMkLst>
        </pc:cxnChg>
      </pc:sldChg>
      <pc:sldChg chg="addSp delSp modSp mod setBg">
        <pc:chgData name="Tuche Rodriguez" userId="2194c5a319590c0a" providerId="LiveId" clId="{4D019A8E-D996-4B31-94EE-8F6843695E6A}" dt="2026-03-23T02:40:19.674" v="1789" actId="20577"/>
        <pc:sldMkLst>
          <pc:docMk/>
          <pc:sldMk cId="2491344027" sldId="268"/>
        </pc:sldMkLst>
        <pc:spChg chg="mod">
          <ac:chgData name="Tuche Rodriguez" userId="2194c5a319590c0a" providerId="LiveId" clId="{4D019A8E-D996-4B31-94EE-8F6843695E6A}" dt="2026-03-23T02:40:19.674" v="1789" actId="20577"/>
          <ac:spMkLst>
            <pc:docMk/>
            <pc:sldMk cId="2491344027" sldId="268"/>
            <ac:spMk id="2" creationId="{DB4A272B-41F6-7FB2-328D-7A048594BD8D}"/>
          </ac:spMkLst>
        </pc:spChg>
        <pc:spChg chg="del">
          <ac:chgData name="Tuche Rodriguez" userId="2194c5a319590c0a" providerId="LiveId" clId="{4D019A8E-D996-4B31-94EE-8F6843695E6A}" dt="2026-03-23T02:31:09.961" v="1678" actId="478"/>
          <ac:spMkLst>
            <pc:docMk/>
            <pc:sldMk cId="2491344027" sldId="268"/>
            <ac:spMk id="4" creationId="{1C2AF738-1A27-6079-13CB-AAC40B333E1D}"/>
          </ac:spMkLst>
        </pc:spChg>
        <pc:spChg chg="add del mod">
          <ac:chgData name="Tuche Rodriguez" userId="2194c5a319590c0a" providerId="LiveId" clId="{4D019A8E-D996-4B31-94EE-8F6843695E6A}" dt="2026-03-23T02:31:11.965" v="1679" actId="478"/>
          <ac:spMkLst>
            <pc:docMk/>
            <pc:sldMk cId="2491344027" sldId="268"/>
            <ac:spMk id="7" creationId="{4227C7D5-929C-0473-FA9E-110B82E70078}"/>
          </ac:spMkLst>
        </pc:spChg>
        <pc:spChg chg="add del mod">
          <ac:chgData name="Tuche Rodriguez" userId="2194c5a319590c0a" providerId="LiveId" clId="{4D019A8E-D996-4B31-94EE-8F6843695E6A}" dt="2026-03-23T02:31:14.017" v="1681" actId="478"/>
          <ac:spMkLst>
            <pc:docMk/>
            <pc:sldMk cId="2491344027" sldId="268"/>
            <ac:spMk id="9" creationId="{0DD61168-6CCD-4E29-B773-1D2366422E5A}"/>
          </ac:spMkLst>
        </pc:spChg>
        <pc:spChg chg="add mod">
          <ac:chgData name="Tuche Rodriguez" userId="2194c5a319590c0a" providerId="LiveId" clId="{4D019A8E-D996-4B31-94EE-8F6843695E6A}" dt="2026-03-23T02:31:49.525" v="1689" actId="14100"/>
          <ac:spMkLst>
            <pc:docMk/>
            <pc:sldMk cId="2491344027" sldId="268"/>
            <ac:spMk id="13" creationId="{F6BD6D95-221C-C406-7A9A-58E100131836}"/>
          </ac:spMkLst>
        </pc:spChg>
        <pc:spChg chg="add mod">
          <ac:chgData name="Tuche Rodriguez" userId="2194c5a319590c0a" providerId="LiveId" clId="{4D019A8E-D996-4B31-94EE-8F6843695E6A}" dt="2026-03-23T02:36:26.429" v="1748" actId="1076"/>
          <ac:spMkLst>
            <pc:docMk/>
            <pc:sldMk cId="2491344027" sldId="268"/>
            <ac:spMk id="16" creationId="{5D91F109-B3DC-BD4E-5EF8-7CC5EEE8CC86}"/>
          </ac:spMkLst>
        </pc:spChg>
        <pc:spChg chg="add mod">
          <ac:chgData name="Tuche Rodriguez" userId="2194c5a319590c0a" providerId="LiveId" clId="{4D019A8E-D996-4B31-94EE-8F6843695E6A}" dt="2026-03-23T02:37:39.184" v="1771" actId="20577"/>
          <ac:spMkLst>
            <pc:docMk/>
            <pc:sldMk cId="2491344027" sldId="268"/>
            <ac:spMk id="25" creationId="{3BEE9F10-C163-6439-DD20-5628077BFDBF}"/>
          </ac:spMkLst>
        </pc:spChg>
        <pc:spChg chg="add mod">
          <ac:chgData name="Tuche Rodriguez" userId="2194c5a319590c0a" providerId="LiveId" clId="{4D019A8E-D996-4B31-94EE-8F6843695E6A}" dt="2026-03-23T02:38:09.431" v="1778" actId="14100"/>
          <ac:spMkLst>
            <pc:docMk/>
            <pc:sldMk cId="2491344027" sldId="268"/>
            <ac:spMk id="28" creationId="{3DF2D7A1-A8E0-6320-38CD-2DFD9561BA35}"/>
          </ac:spMkLst>
        </pc:spChg>
        <pc:graphicFrameChg chg="add mod">
          <ac:chgData name="Tuche Rodriguez" userId="2194c5a319590c0a" providerId="LiveId" clId="{4D019A8E-D996-4B31-94EE-8F6843695E6A}" dt="2026-03-23T02:30:55.214" v="1670"/>
          <ac:graphicFrameMkLst>
            <pc:docMk/>
            <pc:sldMk cId="2491344027" sldId="268"/>
            <ac:graphicFrameMk id="3" creationId="{541955FE-FC2B-EDA1-9C58-4D635EF87B87}"/>
          </ac:graphicFrameMkLst>
        </pc:graphicFrameChg>
        <pc:graphicFrameChg chg="add mod">
          <ac:chgData name="Tuche Rodriguez" userId="2194c5a319590c0a" providerId="LiveId" clId="{4D019A8E-D996-4B31-94EE-8F6843695E6A}" dt="2026-03-23T02:31:37.678" v="1683"/>
          <ac:graphicFrameMkLst>
            <pc:docMk/>
            <pc:sldMk cId="2491344027" sldId="268"/>
            <ac:graphicFrameMk id="11" creationId="{C121F98A-2505-DBB9-4ACB-F0513CCC99C7}"/>
          </ac:graphicFrameMkLst>
        </pc:graphicFrameChg>
        <pc:graphicFrameChg chg="add mod">
          <ac:chgData name="Tuche Rodriguez" userId="2194c5a319590c0a" providerId="LiveId" clId="{4D019A8E-D996-4B31-94EE-8F6843695E6A}" dt="2026-03-23T02:32:16.597" v="1690"/>
          <ac:graphicFrameMkLst>
            <pc:docMk/>
            <pc:sldMk cId="2491344027" sldId="268"/>
            <ac:graphicFrameMk id="14" creationId="{5FDD72F6-F63F-6DB7-12C5-DB5629092518}"/>
          </ac:graphicFrameMkLst>
        </pc:graphicFrameChg>
        <pc:graphicFrameChg chg="add mod">
          <ac:chgData name="Tuche Rodriguez" userId="2194c5a319590c0a" providerId="LiveId" clId="{4D019A8E-D996-4B31-94EE-8F6843695E6A}" dt="2026-03-23T02:36:51.737" v="1753"/>
          <ac:graphicFrameMkLst>
            <pc:docMk/>
            <pc:sldMk cId="2491344027" sldId="268"/>
            <ac:graphicFrameMk id="23" creationId="{3783F8F5-3455-F239-8EF9-42DCB7E8D685}"/>
          </ac:graphicFrameMkLst>
        </pc:graphicFrameChg>
        <pc:graphicFrameChg chg="add mod">
          <ac:chgData name="Tuche Rodriguez" userId="2194c5a319590c0a" providerId="LiveId" clId="{4D019A8E-D996-4B31-94EE-8F6843695E6A}" dt="2026-03-23T02:37:55.052" v="1772"/>
          <ac:graphicFrameMkLst>
            <pc:docMk/>
            <pc:sldMk cId="2491344027" sldId="268"/>
            <ac:graphicFrameMk id="26" creationId="{C335304C-1B10-0D05-75DC-4375A4CAC91A}"/>
          </ac:graphicFrameMkLst>
        </pc:graphicFrameChg>
        <pc:picChg chg="del">
          <ac:chgData name="Tuche Rodriguez" userId="2194c5a319590c0a" providerId="LiveId" clId="{4D019A8E-D996-4B31-94EE-8F6843695E6A}" dt="2026-03-23T02:31:12.773" v="1680" actId="478"/>
          <ac:picMkLst>
            <pc:docMk/>
            <pc:sldMk cId="2491344027" sldId="268"/>
            <ac:picMk id="5" creationId="{4D71A5BD-23AC-4F8C-819F-95FFA6B87EDE}"/>
          </ac:picMkLst>
        </pc:picChg>
        <pc:picChg chg="add mod">
          <ac:chgData name="Tuche Rodriguez" userId="2194c5a319590c0a" providerId="LiveId" clId="{4D019A8E-D996-4B31-94EE-8F6843695E6A}" dt="2026-03-23T02:36:27.927" v="1749" actId="1076"/>
          <ac:picMkLst>
            <pc:docMk/>
            <pc:sldMk cId="2491344027" sldId="268"/>
            <ac:picMk id="18" creationId="{AAEAD2DE-2ABD-8353-859B-39D40DC887C8}"/>
          </ac:picMkLst>
        </pc:picChg>
        <pc:cxnChg chg="add mod">
          <ac:chgData name="Tuche Rodriguez" userId="2194c5a319590c0a" providerId="LiveId" clId="{4D019A8E-D996-4B31-94EE-8F6843695E6A}" dt="2026-03-23T02:36:24.056" v="1747" actId="1076"/>
          <ac:cxnSpMkLst>
            <pc:docMk/>
            <pc:sldMk cId="2491344027" sldId="268"/>
            <ac:cxnSpMk id="19" creationId="{DD70BD6C-D478-C93D-81A2-B35B08A1A2E0}"/>
          </ac:cxnSpMkLst>
        </pc:cxnChg>
        <pc:cxnChg chg="add mod">
          <ac:chgData name="Tuche Rodriguez" userId="2194c5a319590c0a" providerId="LiveId" clId="{4D019A8E-D996-4B31-94EE-8F6843695E6A}" dt="2026-03-23T02:36:37.540" v="1752" actId="14100"/>
          <ac:cxnSpMkLst>
            <pc:docMk/>
            <pc:sldMk cId="2491344027" sldId="268"/>
            <ac:cxnSpMk id="20" creationId="{0758AC44-59A6-3964-7674-6F669946AE54}"/>
          </ac:cxnSpMkLst>
        </pc:cxnChg>
      </pc:sldChg>
      <pc:sldChg chg="addSp delSp modSp mod setBg">
        <pc:chgData name="Tuche Rodriguez" userId="2194c5a319590c0a" providerId="LiveId" clId="{4D019A8E-D996-4B31-94EE-8F6843695E6A}" dt="2026-03-23T17:02:39.354" v="2172" actId="1076"/>
        <pc:sldMkLst>
          <pc:docMk/>
          <pc:sldMk cId="2177938992" sldId="269"/>
        </pc:sldMkLst>
        <pc:spChg chg="mod">
          <ac:chgData name="Tuche Rodriguez" userId="2194c5a319590c0a" providerId="LiveId" clId="{4D019A8E-D996-4B31-94EE-8F6843695E6A}" dt="2026-03-23T02:49:09.816" v="1887" actId="14100"/>
          <ac:spMkLst>
            <pc:docMk/>
            <pc:sldMk cId="2177938992" sldId="269"/>
            <ac:spMk id="2" creationId="{21D3366D-518D-9A44-9556-028EA5BA8406}"/>
          </ac:spMkLst>
        </pc:spChg>
        <pc:spChg chg="del mod">
          <ac:chgData name="Tuche Rodriguez" userId="2194c5a319590c0a" providerId="LiveId" clId="{4D019A8E-D996-4B31-94EE-8F6843695E6A}" dt="2026-03-23T02:49:01.945" v="1884" actId="478"/>
          <ac:spMkLst>
            <pc:docMk/>
            <pc:sldMk cId="2177938992" sldId="269"/>
            <ac:spMk id="4" creationId="{AE451826-263B-9A34-630D-B64EF0796984}"/>
          </ac:spMkLst>
        </pc:spChg>
        <pc:spChg chg="add del mod">
          <ac:chgData name="Tuche Rodriguez" userId="2194c5a319590c0a" providerId="LiveId" clId="{4D019A8E-D996-4B31-94EE-8F6843695E6A}" dt="2026-03-23T02:48:58.448" v="1882" actId="478"/>
          <ac:spMkLst>
            <pc:docMk/>
            <pc:sldMk cId="2177938992" sldId="269"/>
            <ac:spMk id="7" creationId="{E9064883-8FB7-8199-BE1C-E31F3CCC728C}"/>
          </ac:spMkLst>
        </pc:spChg>
        <pc:spChg chg="add del mod">
          <ac:chgData name="Tuche Rodriguez" userId="2194c5a319590c0a" providerId="LiveId" clId="{4D019A8E-D996-4B31-94EE-8F6843695E6A}" dt="2026-03-23T02:49:04.027" v="1885" actId="478"/>
          <ac:spMkLst>
            <pc:docMk/>
            <pc:sldMk cId="2177938992" sldId="269"/>
            <ac:spMk id="9" creationId="{6085AD24-B9CF-387A-27E8-A2AA0B34A6E2}"/>
          </ac:spMkLst>
        </pc:spChg>
        <pc:spChg chg="add mod">
          <ac:chgData name="Tuche Rodriguez" userId="2194c5a319590c0a" providerId="LiveId" clId="{4D019A8E-D996-4B31-94EE-8F6843695E6A}" dt="2026-03-23T02:58:12.399" v="2074" actId="1076"/>
          <ac:spMkLst>
            <pc:docMk/>
            <pc:sldMk cId="2177938992" sldId="269"/>
            <ac:spMk id="13" creationId="{FE5CC463-0B2E-F51B-ADDC-1BF17EE9AFC5}"/>
          </ac:spMkLst>
        </pc:spChg>
        <pc:spChg chg="add mod">
          <ac:chgData name="Tuche Rodriguez" userId="2194c5a319590c0a" providerId="LiveId" clId="{4D019A8E-D996-4B31-94EE-8F6843695E6A}" dt="2026-03-23T02:58:16.580" v="2075" actId="1076"/>
          <ac:spMkLst>
            <pc:docMk/>
            <pc:sldMk cId="2177938992" sldId="269"/>
            <ac:spMk id="16" creationId="{4CD24AC2-0894-088D-060C-B5941CCFFA5A}"/>
          </ac:spMkLst>
        </pc:spChg>
        <pc:spChg chg="add mod">
          <ac:chgData name="Tuche Rodriguez" userId="2194c5a319590c0a" providerId="LiveId" clId="{4D019A8E-D996-4B31-94EE-8F6843695E6A}" dt="2026-03-23T17:02:36.154" v="2169" actId="1076"/>
          <ac:spMkLst>
            <pc:docMk/>
            <pc:sldMk cId="2177938992" sldId="269"/>
            <ac:spMk id="31" creationId="{51DC2E09-0BD1-149E-5709-E88E029F8068}"/>
          </ac:spMkLst>
        </pc:spChg>
        <pc:graphicFrameChg chg="add mod">
          <ac:chgData name="Tuche Rodriguez" userId="2194c5a319590c0a" providerId="LiveId" clId="{4D019A8E-D996-4B31-94EE-8F6843695E6A}" dt="2026-03-23T02:48:53.012" v="1878"/>
          <ac:graphicFrameMkLst>
            <pc:docMk/>
            <pc:sldMk cId="2177938992" sldId="269"/>
            <ac:graphicFrameMk id="3" creationId="{E7D3E726-26A5-0CE6-EDCA-67C6334EB9EB}"/>
          </ac:graphicFrameMkLst>
        </pc:graphicFrameChg>
        <pc:graphicFrameChg chg="add mod">
          <ac:chgData name="Tuche Rodriguez" userId="2194c5a319590c0a" providerId="LiveId" clId="{4D019A8E-D996-4B31-94EE-8F6843695E6A}" dt="2026-03-23T02:50:04.835" v="1888"/>
          <ac:graphicFrameMkLst>
            <pc:docMk/>
            <pc:sldMk cId="2177938992" sldId="269"/>
            <ac:graphicFrameMk id="11" creationId="{F7FF4AE9-BF50-920C-7AE8-97A793E46BD1}"/>
          </ac:graphicFrameMkLst>
        </pc:graphicFrameChg>
        <pc:graphicFrameChg chg="add mod">
          <ac:chgData name="Tuche Rodriguez" userId="2194c5a319590c0a" providerId="LiveId" clId="{4D019A8E-D996-4B31-94EE-8F6843695E6A}" dt="2026-03-23T02:50:31.299" v="1895"/>
          <ac:graphicFrameMkLst>
            <pc:docMk/>
            <pc:sldMk cId="2177938992" sldId="269"/>
            <ac:graphicFrameMk id="14" creationId="{9F08337B-49D8-62A2-6506-1375270DA0CC}"/>
          </ac:graphicFrameMkLst>
        </pc:graphicFrameChg>
        <pc:graphicFrameChg chg="add mod">
          <ac:chgData name="Tuche Rodriguez" userId="2194c5a319590c0a" providerId="LiveId" clId="{4D019A8E-D996-4B31-94EE-8F6843695E6A}" dt="2026-03-23T03:00:50.365" v="2076"/>
          <ac:graphicFrameMkLst>
            <pc:docMk/>
            <pc:sldMk cId="2177938992" sldId="269"/>
            <ac:graphicFrameMk id="29" creationId="{56BA523E-8CEE-3094-0877-0BE5652445BB}"/>
          </ac:graphicFrameMkLst>
        </pc:graphicFrameChg>
        <pc:picChg chg="add mod">
          <ac:chgData name="Tuche Rodriguez" userId="2194c5a319590c0a" providerId="LiveId" clId="{4D019A8E-D996-4B31-94EE-8F6843695E6A}" dt="2026-03-23T17:02:39.354" v="2172" actId="1076"/>
          <ac:picMkLst>
            <pc:docMk/>
            <pc:sldMk cId="2177938992" sldId="269"/>
            <ac:picMk id="4" creationId="{6188B2BB-FFBA-BA5E-D919-2957F71A251A}"/>
          </ac:picMkLst>
        </pc:picChg>
        <pc:picChg chg="del">
          <ac:chgData name="Tuche Rodriguez" userId="2194c5a319590c0a" providerId="LiveId" clId="{4D019A8E-D996-4B31-94EE-8F6843695E6A}" dt="2026-03-23T02:48:56.766" v="1881" actId="478"/>
          <ac:picMkLst>
            <pc:docMk/>
            <pc:sldMk cId="2177938992" sldId="269"/>
            <ac:picMk id="5" creationId="{41878ACF-F018-4F1E-AFE3-EA23EA836CCB}"/>
          </ac:picMkLst>
        </pc:picChg>
        <pc:picChg chg="add del mod">
          <ac:chgData name="Tuche Rodriguez" userId="2194c5a319590c0a" providerId="LiveId" clId="{4D019A8E-D996-4B31-94EE-8F6843695E6A}" dt="2026-03-23T02:56:38.820" v="2059" actId="478"/>
          <ac:picMkLst>
            <pc:docMk/>
            <pc:sldMk cId="2177938992" sldId="269"/>
            <ac:picMk id="18" creationId="{6BAD6ADE-9531-58AA-13EC-CC86B2442560}"/>
          </ac:picMkLst>
        </pc:picChg>
        <pc:picChg chg="add del mod">
          <ac:chgData name="Tuche Rodriguez" userId="2194c5a319590c0a" providerId="LiveId" clId="{4D019A8E-D996-4B31-94EE-8F6843695E6A}" dt="2026-03-23T02:56:38.820" v="2059" actId="478"/>
          <ac:picMkLst>
            <pc:docMk/>
            <pc:sldMk cId="2177938992" sldId="269"/>
            <ac:picMk id="20" creationId="{0DAEACDB-F0E3-0B31-A19C-CE8BD8B5BEC5}"/>
          </ac:picMkLst>
        </pc:picChg>
        <pc:picChg chg="add del mod">
          <ac:chgData name="Tuche Rodriguez" userId="2194c5a319590c0a" providerId="LiveId" clId="{4D019A8E-D996-4B31-94EE-8F6843695E6A}" dt="2026-03-23T02:56:38.820" v="2059" actId="478"/>
          <ac:picMkLst>
            <pc:docMk/>
            <pc:sldMk cId="2177938992" sldId="269"/>
            <ac:picMk id="22" creationId="{458F1DE9-AB54-96A3-04B0-1FF8E12DCF66}"/>
          </ac:picMkLst>
        </pc:picChg>
        <pc:picChg chg="add del mod">
          <ac:chgData name="Tuche Rodriguez" userId="2194c5a319590c0a" providerId="LiveId" clId="{4D019A8E-D996-4B31-94EE-8F6843695E6A}" dt="2026-03-23T02:58:05.437" v="2072" actId="478"/>
          <ac:picMkLst>
            <pc:docMk/>
            <pc:sldMk cId="2177938992" sldId="269"/>
            <ac:picMk id="24" creationId="{BA9B79B3-68D0-D055-490F-34AE8DDA1039}"/>
          </ac:picMkLst>
        </pc:picChg>
        <pc:picChg chg="add del mod">
          <ac:chgData name="Tuche Rodriguez" userId="2194c5a319590c0a" providerId="LiveId" clId="{4D019A8E-D996-4B31-94EE-8F6843695E6A}" dt="2026-03-23T02:57:08.573" v="2068" actId="478"/>
          <ac:picMkLst>
            <pc:docMk/>
            <pc:sldMk cId="2177938992" sldId="269"/>
            <ac:picMk id="26" creationId="{D5DC9981-55F4-0007-09AF-36B3BB29A43D}"/>
          </ac:picMkLst>
        </pc:picChg>
        <pc:picChg chg="add del mod">
          <ac:chgData name="Tuche Rodriguez" userId="2194c5a319590c0a" providerId="LiveId" clId="{4D019A8E-D996-4B31-94EE-8F6843695E6A}" dt="2026-03-23T02:58:03.555" v="2071" actId="478"/>
          <ac:picMkLst>
            <pc:docMk/>
            <pc:sldMk cId="2177938992" sldId="269"/>
            <ac:picMk id="28" creationId="{FB69C4B3-F8F2-A329-B397-17006F6F0445}"/>
          </ac:picMkLst>
        </pc:picChg>
        <pc:cxnChg chg="add mod">
          <ac:chgData name="Tuche Rodriguez" userId="2194c5a319590c0a" providerId="LiveId" clId="{4D019A8E-D996-4B31-94EE-8F6843695E6A}" dt="2026-03-23T03:01:24.668" v="2089" actId="1076"/>
          <ac:cxnSpMkLst>
            <pc:docMk/>
            <pc:sldMk cId="2177938992" sldId="269"/>
            <ac:cxnSpMk id="32" creationId="{E941C0D8-D390-F724-1D48-912AEE25F27F}"/>
          </ac:cxnSpMkLst>
        </pc:cxnChg>
      </pc:sldChg>
      <pc:sldChg chg="addSp delSp modSp new mod setBg">
        <pc:chgData name="Tuche Rodriguez" userId="2194c5a319590c0a" providerId="LiveId" clId="{4D019A8E-D996-4B31-94EE-8F6843695E6A}" dt="2026-03-23T17:04:04.443" v="2180" actId="1076"/>
        <pc:sldMkLst>
          <pc:docMk/>
          <pc:sldMk cId="401962467" sldId="270"/>
        </pc:sldMkLst>
        <pc:spChg chg="mod">
          <ac:chgData name="Tuche Rodriguez" userId="2194c5a319590c0a" providerId="LiveId" clId="{4D019A8E-D996-4B31-94EE-8F6843695E6A}" dt="2026-03-23T03:03:27.251" v="2128" actId="1076"/>
          <ac:spMkLst>
            <pc:docMk/>
            <pc:sldMk cId="401962467" sldId="270"/>
            <ac:spMk id="2" creationId="{FD7AAB02-333D-4167-EA71-F4B9D9690F1B}"/>
          </ac:spMkLst>
        </pc:spChg>
        <pc:spChg chg="del">
          <ac:chgData name="Tuche Rodriguez" userId="2194c5a319590c0a" providerId="LiveId" clId="{4D019A8E-D996-4B31-94EE-8F6843695E6A}" dt="2026-03-23T03:03:30.454" v="2129" actId="478"/>
          <ac:spMkLst>
            <pc:docMk/>
            <pc:sldMk cId="401962467" sldId="270"/>
            <ac:spMk id="3" creationId="{D5358196-C4D4-E34C-108D-B3B927FBA5BF}"/>
          </ac:spMkLst>
        </pc:spChg>
        <pc:spChg chg="del">
          <ac:chgData name="Tuche Rodriguez" userId="2194c5a319590c0a" providerId="LiveId" clId="{4D019A8E-D996-4B31-94EE-8F6843695E6A}" dt="2026-03-23T03:03:32.303" v="2130" actId="478"/>
          <ac:spMkLst>
            <pc:docMk/>
            <pc:sldMk cId="401962467" sldId="270"/>
            <ac:spMk id="4" creationId="{608840C2-7F17-D52D-7577-C756239DB7EC}"/>
          </ac:spMkLst>
        </pc:spChg>
        <pc:spChg chg="add mod">
          <ac:chgData name="Tuche Rodriguez" userId="2194c5a319590c0a" providerId="LiveId" clId="{4D019A8E-D996-4B31-94EE-8F6843695E6A}" dt="2026-03-23T03:04:30.725" v="2141" actId="1076"/>
          <ac:spMkLst>
            <pc:docMk/>
            <pc:sldMk cId="401962467" sldId="270"/>
            <ac:spMk id="7" creationId="{2A5B7D3B-2680-6279-7E5C-452F1C0D3A60}"/>
          </ac:spMkLst>
        </pc:spChg>
        <pc:graphicFrameChg chg="add mod">
          <ac:chgData name="Tuche Rodriguez" userId="2194c5a319590c0a" providerId="LiveId" clId="{4D019A8E-D996-4B31-94EE-8F6843695E6A}" dt="2026-03-23T03:03:58.827" v="2131"/>
          <ac:graphicFrameMkLst>
            <pc:docMk/>
            <pc:sldMk cId="401962467" sldId="270"/>
            <ac:graphicFrameMk id="5" creationId="{23741E50-56C4-6E77-8EC5-029E7DD2C8D7}"/>
          </ac:graphicFrameMkLst>
        </pc:graphicFrameChg>
        <pc:picChg chg="add mod">
          <ac:chgData name="Tuche Rodriguez" userId="2194c5a319590c0a" providerId="LiveId" clId="{4D019A8E-D996-4B31-94EE-8F6843695E6A}" dt="2026-03-23T17:03:51.963" v="2176" actId="1076"/>
          <ac:picMkLst>
            <pc:docMk/>
            <pc:sldMk cId="401962467" sldId="270"/>
            <ac:picMk id="4" creationId="{CC79CA0B-5080-646E-2E36-AA4C254DE0B3}"/>
          </ac:picMkLst>
        </pc:picChg>
        <pc:picChg chg="add mod">
          <ac:chgData name="Tuche Rodriguez" userId="2194c5a319590c0a" providerId="LiveId" clId="{4D019A8E-D996-4B31-94EE-8F6843695E6A}" dt="2026-03-23T17:04:04.443" v="2180" actId="1076"/>
          <ac:picMkLst>
            <pc:docMk/>
            <pc:sldMk cId="401962467" sldId="270"/>
            <ac:picMk id="6" creationId="{426D4267-FAD6-EC91-6657-84FEA841DFD9}"/>
          </ac:picMkLst>
        </pc:picChg>
        <pc:picChg chg="add mod">
          <ac:chgData name="Tuche Rodriguez" userId="2194c5a319590c0a" providerId="LiveId" clId="{4D019A8E-D996-4B31-94EE-8F6843695E6A}" dt="2026-03-23T03:05:10.160" v="2145" actId="1076"/>
          <ac:picMkLst>
            <pc:docMk/>
            <pc:sldMk cId="401962467" sldId="270"/>
            <ac:picMk id="9" creationId="{3BE21ABD-7009-68F0-695B-5571C252A560}"/>
          </ac:picMkLst>
        </pc:picChg>
      </pc:sldChg>
      <pc:sldChg chg="addSp delSp modSp new mod setBg">
        <pc:chgData name="Tuche Rodriguez" userId="2194c5a319590c0a" providerId="LiveId" clId="{4D019A8E-D996-4B31-94EE-8F6843695E6A}" dt="2026-03-23T17:34:36.577" v="2460" actId="113"/>
        <pc:sldMkLst>
          <pc:docMk/>
          <pc:sldMk cId="2493986295" sldId="271"/>
        </pc:sldMkLst>
        <pc:spChg chg="mod">
          <ac:chgData name="Tuche Rodriguez" userId="2194c5a319590c0a" providerId="LiveId" clId="{4D019A8E-D996-4B31-94EE-8F6843695E6A}" dt="2026-03-23T17:34:36.577" v="2460" actId="113"/>
          <ac:spMkLst>
            <pc:docMk/>
            <pc:sldMk cId="2493986295" sldId="271"/>
            <ac:spMk id="2" creationId="{4CB686AE-97CE-224E-537B-D87B13FC8E4D}"/>
          </ac:spMkLst>
        </pc:spChg>
        <pc:spChg chg="del">
          <ac:chgData name="Tuche Rodriguez" userId="2194c5a319590c0a" providerId="LiveId" clId="{4D019A8E-D996-4B31-94EE-8F6843695E6A}" dt="2026-03-23T17:24:25.740" v="2208" actId="478"/>
          <ac:spMkLst>
            <pc:docMk/>
            <pc:sldMk cId="2493986295" sldId="271"/>
            <ac:spMk id="3" creationId="{CABBAA64-0FAF-6C28-9311-29C79AC72CCE}"/>
          </ac:spMkLst>
        </pc:spChg>
        <pc:spChg chg="del">
          <ac:chgData name="Tuche Rodriguez" userId="2194c5a319590c0a" providerId="LiveId" clId="{4D019A8E-D996-4B31-94EE-8F6843695E6A}" dt="2026-03-23T17:24:26.564" v="2209" actId="478"/>
          <ac:spMkLst>
            <pc:docMk/>
            <pc:sldMk cId="2493986295" sldId="271"/>
            <ac:spMk id="4" creationId="{CD543437-000B-3033-F602-129D7B100AC4}"/>
          </ac:spMkLst>
        </pc:spChg>
        <pc:spChg chg="add mod">
          <ac:chgData name="Tuche Rodriguez" userId="2194c5a319590c0a" providerId="LiveId" clId="{4D019A8E-D996-4B31-94EE-8F6843695E6A}" dt="2026-03-23T17:33:38.032" v="2447" actId="20577"/>
          <ac:spMkLst>
            <pc:docMk/>
            <pc:sldMk cId="2493986295" sldId="271"/>
            <ac:spMk id="5" creationId="{D24E7885-934B-5DB2-2347-DCE39178BD4B}"/>
          </ac:spMkLst>
        </pc:spChg>
        <pc:spChg chg="add mod">
          <ac:chgData name="Tuche Rodriguez" userId="2194c5a319590c0a" providerId="LiveId" clId="{4D019A8E-D996-4B31-94EE-8F6843695E6A}" dt="2026-03-23T17:34:16.125" v="2456" actId="20577"/>
          <ac:spMkLst>
            <pc:docMk/>
            <pc:sldMk cId="2493986295" sldId="271"/>
            <ac:spMk id="18" creationId="{C92806E5-0A3D-96D4-1F99-606432BBDDBC}"/>
          </ac:spMkLst>
        </pc:spChg>
        <pc:graphicFrameChg chg="add mod">
          <ac:chgData name="Tuche Rodriguez" userId="2194c5a319590c0a" providerId="LiveId" clId="{4D019A8E-D996-4B31-94EE-8F6843695E6A}" dt="2026-03-23T17:32:13.937" v="2377"/>
          <ac:graphicFrameMkLst>
            <pc:docMk/>
            <pc:sldMk cId="2493986295" sldId="271"/>
            <ac:graphicFrameMk id="16" creationId="{098C7782-C1AB-B9E8-0A72-2A6A139E2392}"/>
          </ac:graphicFrameMkLst>
        </pc:graphicFrameChg>
        <pc:picChg chg="add mod">
          <ac:chgData name="Tuche Rodriguez" userId="2194c5a319590c0a" providerId="LiveId" clId="{4D019A8E-D996-4B31-94EE-8F6843695E6A}" dt="2026-03-23T17:29:04.827" v="2370" actId="1076"/>
          <ac:picMkLst>
            <pc:docMk/>
            <pc:sldMk cId="2493986295" sldId="271"/>
            <ac:picMk id="9" creationId="{8CDAD6D0-9154-63DD-04BF-BC69849A9E4A}"/>
          </ac:picMkLst>
        </pc:picChg>
        <pc:picChg chg="add mod">
          <ac:chgData name="Tuche Rodriguez" userId="2194c5a319590c0a" providerId="LiveId" clId="{4D019A8E-D996-4B31-94EE-8F6843695E6A}" dt="2026-03-23T17:29:24.282" v="2376" actId="1076"/>
          <ac:picMkLst>
            <pc:docMk/>
            <pc:sldMk cId="2493986295" sldId="271"/>
            <ac:picMk id="11" creationId="{A1019E5B-F39A-04EC-301D-C8152582E83C}"/>
          </ac:picMkLst>
        </pc:picChg>
        <pc:cxnChg chg="add mod">
          <ac:chgData name="Tuche Rodriguez" userId="2194c5a319590c0a" providerId="LiveId" clId="{4D019A8E-D996-4B31-94EE-8F6843695E6A}" dt="2026-03-23T17:29:07.837" v="2371" actId="14100"/>
          <ac:cxnSpMkLst>
            <pc:docMk/>
            <pc:sldMk cId="2493986295" sldId="271"/>
            <ac:cxnSpMk id="6" creationId="{64743A79-7CA5-AD9B-D1C8-ABA18C023DC7}"/>
          </ac:cxnSpMkLst>
        </pc:cxnChg>
        <pc:cxnChg chg="add mod">
          <ac:chgData name="Tuche Rodriguez" userId="2194c5a319590c0a" providerId="LiveId" clId="{4D019A8E-D996-4B31-94EE-8F6843695E6A}" dt="2026-03-23T17:29:22.258" v="2375" actId="1076"/>
          <ac:cxnSpMkLst>
            <pc:docMk/>
            <pc:sldMk cId="2493986295" sldId="271"/>
            <ac:cxnSpMk id="13" creationId="{594B0AF0-3923-923A-CCB1-10609B19662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C160B-442D-43C2-8DBD-AD7F9C73CB6E}" type="datetimeFigureOut">
              <a:rPr lang="es-AR" smtClean="0"/>
              <a:t>23/3/2026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6AC02-BBF7-4D81-AAB5-47F6635D5FB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75207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Origen de imagen: biblioteca de contenido de Microsoft 365
Priorización por anomalías con señales explicables. NovaPay Bank – proyecto de analítica para priorizar revisiones. Trabajo final / Presentación. Esta portada destaca la importancia de un sistema claro y jerárquico, utilizando un fondo blanco y tipografía legible para reflejar un estilo corporativo sencillo y profesional.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AC02-BBF7-4D81-AAB5-47F6635D5FB7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78577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Origen de imagen: biblioteca de contenido de Microsoft 365
El banco experimentó un rápido crecimiento, generando más transacciones y canales, lo que llevó a un aumento de casos atípicos. El equipo de riesgo enfrentó el dilema entre revisar exhaustivamente (proceso lento y costoso) o dejar pasar señales importantes. El proyecto propone un ‘triage’ bancario para priorizar revisiones y fundamentar decisiones, evolucionando de revisiones a ciegas a revisiones con prioridad y explicación.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AC02-BBF7-4D81-AAB5-47F6635D5FB7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60600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Origen de imagen: biblioteca de contenido de Microsoft 365
La exploración inicial del dataset se realiza sin limpieza ni transformaciones para comprender su estructura y tipos de datos. El objetivo es identificar variables útiles para detectar anomalías. El dataset contiene 2,512 filas y 16 columnas; campos clave como TransactionAmount, AccountBalance, Channel, MerchantID, Location, DeviceID, IP Address, LoginAttempts y fechas resaltan. Esto define qué señales son posibles y qué significa 'normal'.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AC02-BBF7-4D81-AAB5-47F6635D5FB7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83352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Origen de imagen: biblioteca de contenido de Microsoft 365
El dataset cargó exitosamente (2,512×16), sin valores nulos ni duplicados. El campo TransactionID es 100% único, lo que garantiza la trazabilidad. La diversidad está comprobada: 495 cuentas, 100 comercios, 681 dispositivos, 592 IPs y 43 ubicaciones. Nota pro: Documentamos campos a validar antes de producción para mitigar riesgos residuales.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AC02-BBF7-4D81-AAB5-47F6635D5FB7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8021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Origen de imagen: biblioteca de contenido de Microsoft 365
En el análisis univariado, estudiamos una variable a la vez para entender su comportamiento típico. TransactionAmount tiene media 297.59, mediana 211.14, mínimo 0.26 y máximo 1,919.11, mostrando una cola alta. AccountBalance presenta media 5,114, mediana 4,735 y máximo 14,977. LoginAttempts usualmente es 1, con extremos hasta 5. Este baseline define qué es común versus lo que merece alerta.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AC02-BBF7-4D81-AAB5-47F6635D5FB7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6936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Origen de imagen: biblioteca de contenido de Microsoft 365
Se analizaron boxplots del monto según canal, mostrando diferencias claras: ATM (promedio $307.7, máximo $1,919), Online ($297.2, $1,831), y Branch ($288.2, $1,664), todos con outliers. Se compararon montos por tipo de transacción (Crédito/Débito) para identificar perfiles. Las fechas fueron correctamente parseadas, sin nulos y con rango del 02/01/2023 al 01/01/2024. No comparamos peras con manzanas.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AC02-BBF7-4D81-AAB5-47F6635D5FB7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52098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Origen de imagen: biblioteca de contenido de Microsoft 365
Este paso permite identificar patrones de recurrencia al agrupar transacciones sueltas por cuenta o comercio. Por ejemplo, la cuenta AC00460 concentra el 50% de las alertas Top 5 en solo 12 transacciones, sugiriendo revisión prioritaria. Comercios como M067 presentan alta recurrencia, lo que facilita un ranking operativo para enfocar la investigación. Recordemos: la recurrencia no confirma fraude, pero sí indica dónde investigar primero.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AC02-BBF7-4D81-AAB5-47F6635D5FB7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54447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Origen de imagen: biblioteca de contenido de Microsoft 365
Una alerta debe explicarse con frases claras y simples: el monto está fuera del patrón de la cuenta; el monto es inusual para ese canal; es un monto atípico en ese comercio; el ratio es alto en comparación con el saldo; existen múltiples señales al mismo tiempo. El sistema no acusa fraude, solo prioriza casos para revisión.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AC02-BBF7-4D81-AAB5-47F6635D5FB7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10399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Origen de imagen: biblioteca de contenido de Microsoft 365
Se generan cuatro salidas accionables: (1) ranking de transacciones priorizadas, que facilita la resolución rápida; (2) ranking de cuentas con recurrencia, para identificar patrones; (3) ranking de comercios recurrentes, útil en análisis de comportamiento; (4) resumen de señales activadas y su distribución. El objetivo operativo es reducir carga manual y acelerar respuesta, con trazabilidad del motivo.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AC02-BBF7-4D81-AAB5-47F6635D5FB7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2454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Origen de imagen: biblioteca de contenido de Microsoft 365
La severidad aumenta conforme se activan múltiples señales en un caso, lo que indica mayor prioridad de revisión. Distribución de casos: 1 señal (70,9%), 2 señales (15,8%), 3 señales (8,2%), 4 señales (2,95%), 5 señales (2,15%). Las señales contextuales out_amt_vs_account y out_ratio_vs_account destacan, presentes en el 18,75% de los casos. Más señales → mayor prioridad de revisión.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AC02-BBF7-4D81-AAB5-47F6635D5FB7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69663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Origen de imagen: biblioteca de contenido de Microsoft 365
Una alerta indica anomalía, no confirmación definitiva; la decisión final depende del humano y las reglas de negocio. Los umbrales deben calibrarse por canal y el monitoreo debe ser periódico. Es esencial documentar los supuestos, como el uso de campos de fecha. Cierre: Gobierno exige trazabilidad y </a:t>
            </a:r>
            <a:r>
              <a:rPr lang="es-AR" dirty="0" err="1"/>
              <a:t>explicabilidad</a:t>
            </a:r>
            <a:r>
              <a:rPr lang="es-AR"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6AC02-BBF7-4D81-AAB5-47F6635D5FB7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5675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D1792-D4DF-8A92-4C4E-EB38D662B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4F57A6-BCCC-3DF3-5BC1-46A1B1C08D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6FAE1-8F9A-DA09-E859-03EF90B56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6275-79CD-47D4-B990-0F00510AA716}" type="datetimeFigureOut">
              <a:rPr lang="es-AR" smtClean="0"/>
              <a:t>23/3/2026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D8B7D7-55C8-99E8-89B9-D85CD73DF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AA2EF6-6CDC-E237-0B11-E7EE8B1ED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A5FA-9050-46B2-BEBE-1A6D8F9FCE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8857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C7656-2D36-E8F9-E777-02A4EB451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B069C3-92B2-B8CD-1153-068B4A155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254599-F167-96ED-D2CF-012B90D16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6275-79CD-47D4-B990-0F00510AA716}" type="datetimeFigureOut">
              <a:rPr lang="es-AR" smtClean="0"/>
              <a:t>23/3/2026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C5FD96-E038-57A1-1EED-726A8BDB7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2F639C-BC14-0650-67A6-D109439F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A5FA-9050-46B2-BEBE-1A6D8F9FCE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1535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BDA16-B04A-2722-7C66-2FF9162B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423E57-EE63-50DC-3123-42CB3E329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704C67-AC72-10B8-0C7A-90055EB0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6275-79CD-47D4-B990-0F00510AA716}" type="datetimeFigureOut">
              <a:rPr lang="es-AR" smtClean="0"/>
              <a:t>23/3/2026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88A697-093C-5678-D6BA-568E3119A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F4135-848B-D4B2-1306-9D2876988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A5FA-9050-46B2-BEBE-1A6D8F9FCE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5822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38512-F1E2-6330-757D-F7A0B4848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3C7407-1F20-B393-73E7-E5350168CD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11E03B-F586-62BD-4B11-5542E2905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EA64FD-49FB-780D-FB0B-4574980E1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6275-79CD-47D4-B990-0F00510AA716}" type="datetimeFigureOut">
              <a:rPr lang="es-AR" smtClean="0"/>
              <a:t>23/3/2026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6BCEC0-53D1-94AD-E102-3B558A4DB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734B13-9283-98E3-B8A9-E2787C9C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A5FA-9050-46B2-BEBE-1A6D8F9FCE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0997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E5F005-5882-432A-778F-790DA915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C7F40E-7925-ABCD-74CA-04EBB6F18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4C93B9-8BEF-43A6-ED86-B17EDA0FC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E100D46-9986-15D3-E903-D768B85CE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B527BC-8795-C852-E2D6-6823BED535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832D305-B74D-67AD-B578-B99D36B9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6275-79CD-47D4-B990-0F00510AA716}" type="datetimeFigureOut">
              <a:rPr lang="es-AR" smtClean="0"/>
              <a:t>23/3/2026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01DB81-7777-E871-E276-1E414C6E6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8DA11A0-2F93-6B11-FF9C-3BC52F1E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A5FA-9050-46B2-BEBE-1A6D8F9FCE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241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9BE72-2F80-00FE-64EA-52154EB53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34DD57D-A86D-44E9-9EA9-F1F950D6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6275-79CD-47D4-B990-0F00510AA716}" type="datetimeFigureOut">
              <a:rPr lang="es-AR" smtClean="0"/>
              <a:t>23/3/2026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5AE1B78-8629-F3E9-FAF6-7BC1D85E1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F50F864-2194-C339-DB6E-AD7C094EA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A5FA-9050-46B2-BEBE-1A6D8F9FCE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95829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78C627E-CCEA-5896-EC52-DD88D2417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6275-79CD-47D4-B990-0F00510AA716}" type="datetimeFigureOut">
              <a:rPr lang="es-AR" smtClean="0"/>
              <a:t>23/3/2026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D4C98B5-2479-72DB-713C-4B076EC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688940-A42D-FE48-4986-6057A1913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A5FA-9050-46B2-BEBE-1A6D8F9FCE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7670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6BFC6-07DC-1FFE-AC8A-0AD6B3947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1D7867-35FF-50CD-FD3A-F03B2D3D6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B87BB6-B5DD-6536-4FF4-D0298032C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FD9274-B51D-1D47-574C-007908FEE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6275-79CD-47D4-B990-0F00510AA716}" type="datetimeFigureOut">
              <a:rPr lang="es-AR" smtClean="0"/>
              <a:t>23/3/2026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D50576-2748-3B92-B23A-1BD89B37B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28697D-03B0-0B1D-F154-4CBE1EC6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A5FA-9050-46B2-BEBE-1A6D8F9FCE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705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A9B34-EA88-ABAA-D28D-891FF6AA7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111704F-D9A1-EE22-64F7-4E88317C3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952608-F682-995F-1F05-1DDCBD90F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259356-BC17-ECE2-DDBA-B6C4C65CC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6275-79CD-47D4-B990-0F00510AA716}" type="datetimeFigureOut">
              <a:rPr lang="es-AR" smtClean="0"/>
              <a:t>23/3/2026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642483-E8BD-DF61-A10D-E15080234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C68165-8F53-DC88-AAD5-8C52AED5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A5FA-9050-46B2-BEBE-1A6D8F9FCE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1530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B3016-7FF3-C7F4-5FFC-8D4658DD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E6C24B-B343-0516-3FB5-FCCBD76E7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4E49FB-C1F2-D629-6141-0265E954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6275-79CD-47D4-B990-0F00510AA716}" type="datetimeFigureOut">
              <a:rPr lang="es-AR" smtClean="0"/>
              <a:t>23/3/2026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FD7B2B-E503-BFC2-C767-0A1C43BAC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01E969-02E6-4219-7FDD-871A85EA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A5FA-9050-46B2-BEBE-1A6D8F9FCE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42214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A1428DB-F612-0CB6-6AF2-B19462526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847997-D3D1-0B1F-F323-3D35E3692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F73CFD-F7AB-1823-D346-352AA8340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06275-79CD-47D4-B990-0F00510AA716}" type="datetimeFigureOut">
              <a:rPr lang="es-AR" smtClean="0"/>
              <a:t>23/3/2026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C4B31-A9FA-42B9-C559-9D7AB767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8D810C-5654-70E0-18F9-446449AD5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A5FA-9050-46B2-BEBE-1A6D8F9FCE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5160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2CDA212-7B2F-756B-C55A-2B76A8703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CA5B42-E4DE-90B0-98CC-91DC0B99F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09301C-064C-203B-9097-77620AAAA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106275-79CD-47D4-B990-0F00510AA716}" type="datetimeFigureOut">
              <a:rPr lang="es-AR" smtClean="0"/>
              <a:t>23/3/2026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4F8AA5-A08B-93DA-049A-BB6C98A389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7A2A5D-469B-B0E2-146B-A319BB597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BA5FA-9050-46B2-BEBE-1A6D8F9FCE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1187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7A8BCA-DB29-0695-56A2-80C4D35CD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570" y="0"/>
            <a:ext cx="10644860" cy="66859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Sistema de Alertas para Transacciones Sospechosas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011737-2F6A-A833-B892-7AC2BE201227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8826" y="1112931"/>
            <a:ext cx="12054348" cy="3685073"/>
          </a:xfrm>
        </p:spPr>
        <p:txBody>
          <a:bodyPr>
            <a:noAutofit/>
          </a:bodyPr>
          <a:lstStyle/>
          <a:p>
            <a:pPr marL="0" indent="0" algn="ctr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S" sz="1800" b="1" dirty="0"/>
              <a:t>¿Qué hicimos?  - </a:t>
            </a:r>
            <a:r>
              <a:rPr lang="es-ES" sz="1600" b="1" dirty="0"/>
              <a:t>Priorización por anomalías</a:t>
            </a:r>
          </a:p>
          <a:p>
            <a:pPr marL="0" lvl="1" indent="0" algn="ctr">
              <a:buFont typeface="Arial" panose="020B0604020202020204" pitchFamily="34" charset="0"/>
              <a:buNone/>
            </a:pPr>
            <a:r>
              <a:rPr lang="es-ES" sz="1600" dirty="0"/>
              <a:t>Construimos un </a:t>
            </a:r>
            <a:r>
              <a:rPr lang="es-ES" sz="1600" b="1" dirty="0"/>
              <a:t>sistema de alertas </a:t>
            </a:r>
            <a:r>
              <a:rPr lang="es-ES" sz="1600" dirty="0"/>
              <a:t>para detectar </a:t>
            </a:r>
            <a:r>
              <a:rPr lang="es-ES" sz="1600" b="1" dirty="0"/>
              <a:t>transacciones potencialmente sospechosas </a:t>
            </a:r>
            <a:r>
              <a:rPr lang="es-ES" sz="1600" dirty="0"/>
              <a:t>usando un enfoque de </a:t>
            </a:r>
            <a:r>
              <a:rPr lang="es-ES" sz="1600" b="1" dirty="0"/>
              <a:t>“anomalías” </a:t>
            </a:r>
            <a:r>
              <a:rPr lang="es-ES" sz="1600" dirty="0"/>
              <a:t>(identificar comportamientos fuera de lo normal), con explicaciones claras de por qué se marca cada caso.</a:t>
            </a:r>
          </a:p>
          <a:p>
            <a:pPr marL="0" indent="0" algn="ctr">
              <a:spcBef>
                <a:spcPts val="2500"/>
              </a:spcBef>
              <a:buNone/>
            </a:pPr>
            <a:r>
              <a:rPr lang="es-ES" sz="1600" b="1" i="0" dirty="0">
                <a:effectLst/>
                <a:latin typeface="Segoe UI" panose="020B0502040204020203" pitchFamily="34" charset="0"/>
              </a:rPr>
              <a:t>¿Qué problema resuelve? - </a:t>
            </a:r>
            <a:r>
              <a:rPr lang="es-ES" sz="1600" b="1" dirty="0"/>
              <a:t>Señales explicables y revisión</a:t>
            </a:r>
          </a:p>
          <a:p>
            <a:pPr marL="0" lvl="1" indent="0" algn="ctr">
              <a:buNone/>
            </a:pPr>
            <a:r>
              <a:rPr lang="es-ES" sz="1600" b="0" i="0" dirty="0">
                <a:effectLst/>
                <a:latin typeface="Segoe UI" panose="020B0502040204020203" pitchFamily="34" charset="0"/>
              </a:rPr>
              <a:t>Cuando no se puede revisar todo, el sistema ayuda a </a:t>
            </a:r>
            <a:r>
              <a:rPr lang="es-ES" sz="1600" b="1" i="0" dirty="0">
                <a:effectLst/>
                <a:latin typeface="Segoe UI" panose="020B0502040204020203" pitchFamily="34" charset="0"/>
              </a:rPr>
              <a:t>priorizar</a:t>
            </a:r>
            <a:r>
              <a:rPr lang="es-ES" sz="1600" b="0" i="0" dirty="0">
                <a:effectLst/>
                <a:latin typeface="Segoe UI" panose="020B0502040204020203" pitchFamily="34" charset="0"/>
              </a:rPr>
              <a:t>: qué transacciones, cuentas y comercios revisar primero, y en qué canal poner más foco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30755C5-0D64-6E65-6473-DA2A0643D0C2}"/>
              </a:ext>
            </a:extLst>
          </p:cNvPr>
          <p:cNvSpPr txBox="1"/>
          <p:nvPr/>
        </p:nvSpPr>
        <p:spPr>
          <a:xfrm>
            <a:off x="34413" y="3115646"/>
            <a:ext cx="12123174" cy="1948226"/>
          </a:xfrm>
          <a:prstGeom prst="rect">
            <a:avLst/>
          </a:prstGeom>
          <a:noFill/>
          <a:effectLst>
            <a:glow rad="127000">
              <a:schemeClr val="accent1">
                <a:alpha val="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 fontAlgn="t">
              <a:lnSpc>
                <a:spcPct val="90000"/>
              </a:lnSpc>
            </a:pPr>
            <a:r>
              <a:rPr lang="es-ES" b="1" dirty="0"/>
              <a:t>¿Qué entregables produce?</a:t>
            </a:r>
          </a:p>
          <a:p>
            <a:pPr fontAlgn="t">
              <a:lnSpc>
                <a:spcPct val="90000"/>
              </a:lnSpc>
            </a:pPr>
            <a:endParaRPr lang="es-ES" sz="1600" b="1" dirty="0"/>
          </a:p>
          <a:p>
            <a:pPr marL="285750" indent="-285750"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Un </a:t>
            </a:r>
            <a:r>
              <a:rPr lang="es-ES" sz="1600" b="1" dirty="0"/>
              <a:t>puntaje de riesgo interpretable </a:t>
            </a:r>
            <a:r>
              <a:rPr lang="es-ES" sz="1600" dirty="0"/>
              <a:t>por transacción (alerta con motivos).</a:t>
            </a:r>
          </a:p>
          <a:p>
            <a:pPr fontAlgn="t">
              <a:lnSpc>
                <a:spcPct val="90000"/>
              </a:lnSpc>
            </a:pPr>
            <a:endParaRPr lang="es-ES" sz="1600" dirty="0"/>
          </a:p>
          <a:p>
            <a:pPr marL="285750" indent="-285750"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S" sz="1600" b="1" dirty="0"/>
              <a:t>Rankings accionables: </a:t>
            </a:r>
            <a:r>
              <a:rPr lang="es-ES" sz="1600" dirty="0"/>
              <a:t>Top transacciones, Top cuentas, Top comercios y vista por canal.</a:t>
            </a:r>
          </a:p>
          <a:p>
            <a:pPr fontAlgn="t">
              <a:lnSpc>
                <a:spcPct val="90000"/>
              </a:lnSpc>
            </a:pPr>
            <a:endParaRPr lang="es-ES" sz="1600" dirty="0"/>
          </a:p>
          <a:p>
            <a:pPr marL="285750" indent="-285750" fontAlgn="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Un análisis complementario de </a:t>
            </a:r>
            <a:r>
              <a:rPr lang="es-ES" sz="1600" b="1" dirty="0"/>
              <a:t>“señales contextuales” </a:t>
            </a:r>
            <a:r>
              <a:rPr lang="es-ES" sz="1600" dirty="0"/>
              <a:t>(múltiples señales a la vez) para reforzar la priorización.</a:t>
            </a:r>
          </a:p>
          <a:p>
            <a:endParaRPr lang="es-AR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BA20F69-3E7B-68B6-0D9C-AFEF2BC16E81}"/>
              </a:ext>
            </a:extLst>
          </p:cNvPr>
          <p:cNvSpPr txBox="1"/>
          <p:nvPr/>
        </p:nvSpPr>
        <p:spPr>
          <a:xfrm>
            <a:off x="68826" y="5063872"/>
            <a:ext cx="120543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latin typeface="Segoe UI" panose="020B0502040204020203" pitchFamily="34" charset="0"/>
              </a:rPr>
              <a:t>¿</a:t>
            </a:r>
            <a:r>
              <a:rPr lang="es-ES" b="1" i="0" dirty="0">
                <a:effectLst/>
                <a:latin typeface="Segoe UI" panose="020B0502040204020203" pitchFamily="34" charset="0"/>
              </a:rPr>
              <a:t>Cómo lo construimos?</a:t>
            </a:r>
          </a:p>
          <a:p>
            <a:br>
              <a:rPr lang="es-ES" sz="1600" b="0" i="0" dirty="0">
                <a:effectLst/>
                <a:latin typeface="Segoe UI" panose="020B0502040204020203" pitchFamily="34" charset="0"/>
              </a:rPr>
            </a:br>
            <a:r>
              <a:rPr lang="es-ES" sz="1600" b="0" i="0" dirty="0">
                <a:effectLst/>
                <a:latin typeface="Segoe UI" panose="020B0502040204020203" pitchFamily="34" charset="0"/>
              </a:rPr>
              <a:t>Pasamos por una ruta ordenada: </a:t>
            </a:r>
            <a:r>
              <a:rPr lang="es-ES" sz="1600" b="1" i="0" dirty="0">
                <a:effectLst/>
                <a:latin typeface="Segoe UI" panose="020B0502040204020203" pitchFamily="34" charset="0"/>
              </a:rPr>
              <a:t>entender datos → validar calidad → detectar patrones → perfilar cuentas/comercios/canales → crear señales de riesgo → construir alertas y rankings</a:t>
            </a:r>
            <a:r>
              <a:rPr lang="es-ES" sz="1600" b="0" i="0" dirty="0">
                <a:effectLst/>
                <a:latin typeface="Segoe UI" panose="020B0502040204020203" pitchFamily="34" charset="0"/>
              </a:rPr>
              <a:t>.</a:t>
            </a:r>
            <a:endParaRPr lang="es-AR" sz="16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CC17613-0C6F-2924-5BDF-D1A72A9192A5}"/>
              </a:ext>
            </a:extLst>
          </p:cNvPr>
          <p:cNvSpPr txBox="1"/>
          <p:nvPr/>
        </p:nvSpPr>
        <p:spPr>
          <a:xfrm>
            <a:off x="283546" y="581000"/>
            <a:ext cx="11418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Priorizamos revisiones de riesgo </a:t>
            </a:r>
            <a:r>
              <a:rPr lang="es-ES" b="1" dirty="0"/>
              <a:t>sin depender de “fraude confirmado”</a:t>
            </a:r>
            <a:r>
              <a:rPr lang="es-ES" dirty="0"/>
              <a:t>, usando señales explicables y rankings</a:t>
            </a:r>
            <a:endParaRPr lang="es-ES" dirty="0">
              <a:effectLst/>
            </a:endParaRP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3997950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4D2499-805E-0C80-BE26-D9B3C1CA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551800" cy="6655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Contexto: Crecimiento y Desafíos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222882B-E626-E3E0-8996-DEFCA868F8E5}"/>
              </a:ext>
            </a:extLst>
          </p:cNvPr>
          <p:cNvSpPr txBox="1"/>
          <p:nvPr/>
        </p:nvSpPr>
        <p:spPr>
          <a:xfrm>
            <a:off x="0" y="695134"/>
            <a:ext cx="6189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b="1" dirty="0">
                <a:effectLst/>
              </a:rPr>
              <a:t>De revisar a ciegas → a revisar con prioridad y explicación</a:t>
            </a:r>
            <a:endParaRPr lang="es-ES" dirty="0">
              <a:effectLst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8A7A14A-91AF-218A-624E-4D8C0342B027}"/>
              </a:ext>
            </a:extLst>
          </p:cNvPr>
          <p:cNvSpPr txBox="1"/>
          <p:nvPr/>
        </p:nvSpPr>
        <p:spPr>
          <a:xfrm>
            <a:off x="0" y="1546217"/>
            <a:ext cx="556853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>
                <a:effectLst/>
                <a:latin typeface="Segoe UI" panose="020B0502040204020203" pitchFamily="34" charset="0"/>
              </a:rPr>
              <a:t>El banco creció rápido.</a:t>
            </a:r>
            <a:r>
              <a:rPr lang="es-ES" dirty="0">
                <a:effectLst/>
                <a:latin typeface="Segoe UI" panose="020B0502040204020203" pitchFamily="34" charset="0"/>
              </a:rPr>
              <a:t> Más clientes, más pagos, más transferencias. Y con ese crecimiento llegó un problema silencioso: </a:t>
            </a:r>
            <a:r>
              <a:rPr lang="es-ES" b="1" dirty="0">
                <a:effectLst/>
                <a:latin typeface="Segoe UI" panose="020B0502040204020203" pitchFamily="34" charset="0"/>
              </a:rPr>
              <a:t>cada día aparecen más “casos raros”</a:t>
            </a:r>
            <a:r>
              <a:rPr lang="es-ES" dirty="0">
                <a:effectLst/>
                <a:latin typeface="Segoe UI" panose="020B0502040204020203" pitchFamily="34" charset="0"/>
              </a:rPr>
              <a:t> que pueden ser legítimos… o señales tempranas de fraude.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dirty="0">
                <a:effectLst/>
                <a:latin typeface="Segoe UI" panose="020B0502040204020203" pitchFamily="34" charset="0"/>
              </a:rPr>
              <a:t>El equipo de riesgo quedó atrapado en una elección imposible: </a:t>
            </a:r>
            <a:r>
              <a:rPr lang="es-ES" b="1" dirty="0">
                <a:effectLst/>
                <a:latin typeface="Segoe UI" panose="020B0502040204020203" pitchFamily="34" charset="0"/>
              </a:rPr>
              <a:t>revisar todo (lento y caro)</a:t>
            </a:r>
            <a:r>
              <a:rPr lang="es-ES" dirty="0">
                <a:effectLst/>
                <a:latin typeface="Segoe UI" panose="020B0502040204020203" pitchFamily="34" charset="0"/>
              </a:rPr>
              <a:t> o </a:t>
            </a:r>
            <a:r>
              <a:rPr lang="es-ES" b="1" dirty="0">
                <a:effectLst/>
                <a:latin typeface="Segoe UI" panose="020B0502040204020203" pitchFamily="34" charset="0"/>
              </a:rPr>
              <a:t>dejar pasar casos importantes</a:t>
            </a:r>
            <a:r>
              <a:rPr lang="es-ES" dirty="0">
                <a:effectLst/>
                <a:latin typeface="Segoe UI" panose="020B0502040204020203" pitchFamily="34" charset="0"/>
              </a:rPr>
              <a:t>.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b="1" dirty="0">
                <a:effectLst/>
                <a:latin typeface="Segoe UI" panose="020B0502040204020203" pitchFamily="34" charset="0"/>
              </a:rPr>
              <a:t>Nuestro desenlace en este proyecto:</a:t>
            </a:r>
            <a:r>
              <a:rPr lang="es-ES" dirty="0">
                <a:effectLst/>
                <a:latin typeface="Segoe UI" panose="020B0502040204020203" pitchFamily="34" charset="0"/>
              </a:rPr>
              <a:t> diseñamos un sistema que no “acusa”, sino que </a:t>
            </a:r>
            <a:r>
              <a:rPr lang="es-ES" b="1" dirty="0">
                <a:effectLst/>
                <a:latin typeface="Segoe UI" panose="020B0502040204020203" pitchFamily="34" charset="0"/>
              </a:rPr>
              <a:t>prioriza</a:t>
            </a:r>
            <a:r>
              <a:rPr lang="es-ES" dirty="0">
                <a:effectLst/>
                <a:latin typeface="Segoe UI" panose="020B0502040204020203" pitchFamily="34" charset="0"/>
              </a:rPr>
              <a:t>. Una especie de “fraude” bancario: te dice </a:t>
            </a:r>
            <a:r>
              <a:rPr lang="es-ES" b="1" dirty="0">
                <a:effectLst/>
                <a:latin typeface="Segoe UI" panose="020B0502040204020203" pitchFamily="34" charset="0"/>
              </a:rPr>
              <a:t>qué revisar primero</a:t>
            </a:r>
            <a:r>
              <a:rPr lang="es-ES" dirty="0">
                <a:effectLst/>
                <a:latin typeface="Segoe UI" panose="020B0502040204020203" pitchFamily="34" charset="0"/>
              </a:rPr>
              <a:t> y </a:t>
            </a:r>
            <a:r>
              <a:rPr lang="es-ES" b="1" dirty="0">
                <a:effectLst/>
                <a:latin typeface="Segoe UI" panose="020B0502040204020203" pitchFamily="34" charset="0"/>
              </a:rPr>
              <a:t>por qué</a:t>
            </a:r>
            <a:r>
              <a:rPr lang="es-ES" dirty="0">
                <a:effectLst/>
                <a:latin typeface="Segoe UI" panose="020B0502040204020203" pitchFamily="34" charset="0"/>
              </a:rPr>
              <a:t>, para que el equipo actúe rápido, con criterio y con foco.</a:t>
            </a:r>
            <a:endParaRPr lang="es-ES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1CE53BD7-5282-9582-6049-1F5E17B78F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469" y="1661218"/>
            <a:ext cx="5652828" cy="51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3901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2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DD1D22E-5996-E45B-92B2-659F701A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F2FC712-B3E1-5343-EC6A-6AAFC59C0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1130117" cy="688258"/>
          </a:xfrm>
        </p:spPr>
        <p:txBody>
          <a:bodyPr anchor="t">
            <a:normAutofit/>
          </a:bodyPr>
          <a:lstStyle/>
          <a:p>
            <a:r>
              <a:rPr lang="es-ES" sz="3600" b="1" dirty="0"/>
              <a:t>Paso 1 — Entendimos el </a:t>
            </a:r>
            <a:r>
              <a:rPr lang="es-ES" sz="3600" b="1" dirty="0" err="1"/>
              <a:t>dataset</a:t>
            </a:r>
            <a:r>
              <a:rPr lang="es-ES" sz="3600" b="1" dirty="0"/>
              <a:t> (Data </a:t>
            </a:r>
            <a:r>
              <a:rPr lang="es-ES" sz="3600" b="1" dirty="0" err="1"/>
              <a:t>Understanding</a:t>
            </a:r>
            <a:r>
              <a:rPr lang="es-ES" sz="3600" b="1" dirty="0"/>
              <a:t>)</a:t>
            </a:r>
            <a:endParaRPr lang="es-AR" sz="36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EC5BD71-319B-3024-7BDD-09FE9C66508D}"/>
              </a:ext>
            </a:extLst>
          </p:cNvPr>
          <p:cNvSpPr txBox="1"/>
          <p:nvPr/>
        </p:nvSpPr>
        <p:spPr>
          <a:xfrm>
            <a:off x="78653" y="987946"/>
            <a:ext cx="530745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2000" b="1" dirty="0">
                <a:effectLst/>
                <a:latin typeface="Segoe UI" panose="020B0502040204020203" pitchFamily="34" charset="0"/>
              </a:rPr>
              <a:t>¿Qué hicimos?</a:t>
            </a:r>
          </a:p>
          <a:p>
            <a:pPr algn="ctr">
              <a:buNone/>
            </a:pPr>
            <a:endParaRPr lang="es-ES" sz="2000" b="1" dirty="0">
              <a:effectLst/>
              <a:latin typeface="Segoe UI" panose="020B0502040204020203" pitchFamily="34" charset="0"/>
            </a:endParaRPr>
          </a:p>
          <a:p>
            <a:pPr>
              <a:buNone/>
            </a:pPr>
            <a:r>
              <a:rPr lang="es-ES" dirty="0">
                <a:effectLst/>
                <a:latin typeface="Segoe UI" panose="020B0502040204020203" pitchFamily="34" charset="0"/>
              </a:rPr>
              <a:t>Revisamos el </a:t>
            </a:r>
            <a:r>
              <a:rPr lang="es-ES" dirty="0" err="1">
                <a:effectLst/>
                <a:latin typeface="Segoe UI" panose="020B0502040204020203" pitchFamily="34" charset="0"/>
              </a:rPr>
              <a:t>dataset</a:t>
            </a:r>
            <a:r>
              <a:rPr lang="es-ES" dirty="0">
                <a:effectLst/>
                <a:latin typeface="Segoe UI" panose="020B0502040204020203" pitchFamily="34" charset="0"/>
              </a:rPr>
              <a:t> “en crudo” para entender </a:t>
            </a:r>
            <a:r>
              <a:rPr lang="es-ES" b="1" dirty="0">
                <a:effectLst/>
                <a:latin typeface="Segoe UI" panose="020B0502040204020203" pitchFamily="34" charset="0"/>
              </a:rPr>
              <a:t>qué trae</a:t>
            </a:r>
            <a:r>
              <a:rPr lang="es-ES" dirty="0">
                <a:effectLst/>
                <a:latin typeface="Segoe UI" panose="020B0502040204020203" pitchFamily="34" charset="0"/>
              </a:rPr>
              <a:t> y </a:t>
            </a:r>
            <a:r>
              <a:rPr lang="es-ES" b="1" dirty="0">
                <a:effectLst/>
                <a:latin typeface="Segoe UI" panose="020B0502040204020203" pitchFamily="34" charset="0"/>
              </a:rPr>
              <a:t>cómo se usa</a:t>
            </a:r>
            <a:r>
              <a:rPr lang="es-ES" dirty="0">
                <a:effectLst/>
                <a:latin typeface="Segoe UI" panose="020B0502040204020203" pitchFamily="34" charset="0"/>
              </a:rPr>
              <a:t> en un sistema de alertas. Identificamos </a:t>
            </a:r>
            <a:r>
              <a:rPr lang="es-ES" b="1" dirty="0">
                <a:effectLst/>
                <a:latin typeface="Segoe UI" panose="020B0502040204020203" pitchFamily="34" charset="0"/>
              </a:rPr>
              <a:t>variables clave</a:t>
            </a:r>
            <a:r>
              <a:rPr lang="es-ES" dirty="0">
                <a:effectLst/>
                <a:latin typeface="Segoe UI" panose="020B0502040204020203" pitchFamily="34" charset="0"/>
              </a:rPr>
              <a:t>: monto, saldo, canal (Online/ATM/Sucursal), comercio, ubicación, IP/dispositivo, intentos de acceso y fechas.</a:t>
            </a:r>
            <a:endParaRPr lang="es-E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B89FB60-8D54-D790-F7CC-A4EA0CB2A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53" y="3718624"/>
            <a:ext cx="5307449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AR" sz="2000" b="1" dirty="0">
                <a:latin typeface="Segoe UI" panose="020B0502040204020203" pitchFamily="34" charset="0"/>
              </a:rPr>
              <a:t>Métricas clave</a:t>
            </a:r>
          </a:p>
          <a:p>
            <a:pPr marR="0" lvl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AR" sz="2000" b="1" dirty="0">
              <a:latin typeface="Segoe UI" panose="020B0502040204020203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AR" altLang="es-AR" b="1" dirty="0">
                <a:latin typeface="Segoe UI" panose="020B0502040204020203" pitchFamily="34" charset="0"/>
              </a:rPr>
              <a:t>2,512 transacciones </a:t>
            </a:r>
            <a:r>
              <a:rPr lang="es-AR" altLang="es-AR" dirty="0">
                <a:latin typeface="Segoe UI" panose="020B0502040204020203" pitchFamily="34" charset="0"/>
              </a:rPr>
              <a:t>y </a:t>
            </a:r>
            <a:r>
              <a:rPr lang="es-AR" altLang="es-AR" b="1" dirty="0">
                <a:latin typeface="Segoe UI" panose="020B0502040204020203" pitchFamily="34" charset="0"/>
              </a:rPr>
              <a:t>16 campos</a:t>
            </a:r>
            <a:r>
              <a:rPr lang="es-AR" altLang="es-AR" dirty="0">
                <a:latin typeface="Segoe UI" panose="020B0502040204020203" pitchFamily="34" charset="0"/>
              </a:rPr>
              <a:t>.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AR" altLang="es-AR" b="1" dirty="0">
                <a:latin typeface="Segoe UI" panose="020B0502040204020203" pitchFamily="34" charset="0"/>
              </a:rPr>
              <a:t>0 valores nulos</a:t>
            </a:r>
            <a:r>
              <a:rPr lang="es-AR" altLang="es-AR" dirty="0">
                <a:latin typeface="Segoe UI" panose="020B0502040204020203" pitchFamily="34" charset="0"/>
              </a:rPr>
              <a:t> y </a:t>
            </a:r>
            <a:r>
              <a:rPr lang="es-AR" altLang="es-AR" b="1" dirty="0">
                <a:latin typeface="Segoe UI" panose="020B0502040204020203" pitchFamily="34" charset="0"/>
              </a:rPr>
              <a:t>0 duplicados </a:t>
            </a:r>
            <a:r>
              <a:rPr lang="es-AR" altLang="es-AR" dirty="0">
                <a:latin typeface="Segoe UI" panose="020B0502040204020203" pitchFamily="34" charset="0"/>
              </a:rPr>
              <a:t>(dato listo para análisis).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AR" altLang="es-AR" dirty="0">
                <a:latin typeface="Segoe UI" panose="020B0502040204020203" pitchFamily="34" charset="0"/>
              </a:rPr>
              <a:t>Distribución por canal bastante pareja: </a:t>
            </a:r>
            <a:r>
              <a:rPr lang="es-AR" altLang="es-AR" b="1" dirty="0">
                <a:latin typeface="Segoe UI" panose="020B0502040204020203" pitchFamily="34" charset="0"/>
              </a:rPr>
              <a:t>Branch 868, ATM 833, Online 811.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C5B37A8-C6C6-0D04-E870-1A3904F2F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9" y="987946"/>
            <a:ext cx="5633881" cy="3200876"/>
          </a:xfrm>
          <a:prstGeom prst="rect">
            <a:avLst/>
          </a:prstGeom>
          <a:blipFill>
            <a:blip r:embed="rId3">
              <a:alphaModFix amt="22000"/>
            </a:blip>
            <a:stretch>
              <a:fillRect/>
            </a:stretch>
          </a:blip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AR" sz="2000" b="1" dirty="0">
                <a:latin typeface="Segoe UI" panose="020B0502040204020203" pitchFamily="34" charset="0"/>
              </a:rPr>
              <a:t>¿Que detectamos que importa en el negocio?</a:t>
            </a:r>
          </a:p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AR" sz="2000" b="1" dirty="0">
              <a:latin typeface="Segoe UI" panose="020B0502040204020203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AR" altLang="es-AR" dirty="0">
                <a:latin typeface="Segoe UI" panose="020B0502040204020203" pitchFamily="34" charset="0"/>
              </a:rPr>
              <a:t>El </a:t>
            </a:r>
            <a:r>
              <a:rPr lang="es-AR" altLang="es-AR" dirty="0" err="1">
                <a:latin typeface="Segoe UI" panose="020B0502040204020203" pitchFamily="34" charset="0"/>
              </a:rPr>
              <a:t>dataset</a:t>
            </a:r>
            <a:r>
              <a:rPr lang="es-AR" altLang="es-AR" dirty="0">
                <a:latin typeface="Segoe UI" panose="020B0502040204020203" pitchFamily="34" charset="0"/>
              </a:rPr>
              <a:t> permite analizar </a:t>
            </a:r>
            <a:r>
              <a:rPr lang="es-AR" altLang="es-AR" b="1" dirty="0">
                <a:latin typeface="Segoe UI" panose="020B0502040204020203" pitchFamily="34" charset="0"/>
              </a:rPr>
              <a:t>comportamiento</a:t>
            </a:r>
            <a:r>
              <a:rPr lang="es-AR" altLang="es-AR" dirty="0">
                <a:latin typeface="Segoe UI" panose="020B0502040204020203" pitchFamily="34" charset="0"/>
              </a:rPr>
              <a:t> (no solo montos): “desde dónde se operó”, “con qué dispositivo”, “por qué canal”, etc.</a:t>
            </a: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AR" dirty="0">
              <a:latin typeface="Segoe UI" panose="020B0502040204020203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AR" altLang="es-AR" dirty="0">
                <a:latin typeface="Segoe UI" panose="020B0502040204020203" pitchFamily="34" charset="0"/>
              </a:rPr>
              <a:t>Hallazgo a vigilar (para el Paso 2): las fechas muestran dos campos temporales con rangos distintos (</a:t>
            </a:r>
            <a:r>
              <a:rPr lang="es-AR" altLang="es-AR" b="1" dirty="0" err="1">
                <a:latin typeface="Segoe UI" panose="020B0502040204020203" pitchFamily="34" charset="0"/>
              </a:rPr>
              <a:t>TransactionDate</a:t>
            </a:r>
            <a:r>
              <a:rPr lang="es-AR" altLang="es-AR" b="1" dirty="0">
                <a:latin typeface="Segoe UI" panose="020B0502040204020203" pitchFamily="34" charset="0"/>
              </a:rPr>
              <a:t> 2023–2024</a:t>
            </a:r>
            <a:r>
              <a:rPr lang="es-AR" altLang="es-AR" dirty="0">
                <a:latin typeface="Segoe UI" panose="020B0502040204020203" pitchFamily="34" charset="0"/>
              </a:rPr>
              <a:t> vs </a:t>
            </a:r>
            <a:r>
              <a:rPr lang="es-AR" altLang="es-AR" b="1" dirty="0" err="1">
                <a:latin typeface="Segoe UI" panose="020B0502040204020203" pitchFamily="34" charset="0"/>
              </a:rPr>
              <a:t>PreviousTransactionDate</a:t>
            </a:r>
            <a:r>
              <a:rPr lang="es-AR" altLang="es-AR" b="1" dirty="0">
                <a:latin typeface="Segoe UI" panose="020B0502040204020203" pitchFamily="34" charset="0"/>
              </a:rPr>
              <a:t> concentrada en 2024-11-04</a:t>
            </a:r>
            <a:r>
              <a:rPr lang="es-AR" altLang="es-AR" dirty="0">
                <a:latin typeface="Segoe UI" panose="020B0502040204020203" pitchFamily="34" charset="0"/>
              </a:rPr>
              <a:t>), señal de posible inconsistencia a revisar.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9234D30-7450-B7ED-7F05-F47E774A2DD3}"/>
              </a:ext>
            </a:extLst>
          </p:cNvPr>
          <p:cNvCxnSpPr>
            <a:cxnSpLocks/>
          </p:cNvCxnSpPr>
          <p:nvPr/>
        </p:nvCxnSpPr>
        <p:spPr>
          <a:xfrm>
            <a:off x="5804965" y="1151585"/>
            <a:ext cx="0" cy="51340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D19F39DE-B791-FE6B-0D59-402DD1133A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907" y="4488510"/>
            <a:ext cx="1797152" cy="1797152"/>
          </a:xfrm>
          <a:prstGeom prst="rect">
            <a:avLst/>
          </a:prstGeom>
        </p:spPr>
      </p:pic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1BC4DA68-EBAC-24DA-2364-33896CEC5605}"/>
              </a:ext>
            </a:extLst>
          </p:cNvPr>
          <p:cNvCxnSpPr>
            <a:cxnSpLocks/>
          </p:cNvCxnSpPr>
          <p:nvPr/>
        </p:nvCxnSpPr>
        <p:spPr>
          <a:xfrm>
            <a:off x="167148" y="3517490"/>
            <a:ext cx="52189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13496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905D5B-81A8-A5BA-F070-2788B26E0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2C2E9D-BA9D-6D26-39BD-6F201DA8B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1582400" cy="6882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</a:t>
            </a:r>
            <a:r>
              <a:rPr lang="es-ES" sz="3600" b="1" dirty="0"/>
              <a:t>aso 2 — Validamos la calidad del </a:t>
            </a:r>
            <a:r>
              <a:rPr lang="es-ES" sz="3600" b="1" dirty="0" err="1"/>
              <a:t>dataset</a:t>
            </a:r>
            <a:r>
              <a:rPr lang="es-ES" sz="3600" b="1" dirty="0"/>
              <a:t> (Data </a:t>
            </a:r>
            <a:r>
              <a:rPr lang="es-ES" sz="3600" b="1" dirty="0" err="1"/>
              <a:t>Quality</a:t>
            </a:r>
            <a:r>
              <a:rPr lang="es-ES" sz="3600" b="1" dirty="0"/>
              <a:t>)</a:t>
            </a:r>
            <a:endParaRPr lang="en-US" sz="36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1845F26-C883-E209-0D49-7D3B5CA04137}"/>
              </a:ext>
            </a:extLst>
          </p:cNvPr>
          <p:cNvSpPr txBox="1"/>
          <p:nvPr/>
        </p:nvSpPr>
        <p:spPr>
          <a:xfrm>
            <a:off x="2548" y="1299087"/>
            <a:ext cx="618940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¿Qué validamos?</a:t>
            </a:r>
          </a:p>
          <a:p>
            <a:pPr algn="ctr"/>
            <a:endParaRPr lang="es-E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Dataset</a:t>
            </a:r>
            <a:r>
              <a:rPr lang="es-ES" dirty="0"/>
              <a:t> completo: 2,512 transacciones y 16 campos cargados correctamente.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Sin vacíos ni duplicados: 0 valores nulos y 0 registros duplicados.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Identificadores consistentes: </a:t>
            </a:r>
            <a:r>
              <a:rPr lang="es-ES" dirty="0" err="1"/>
              <a:t>TransactionID</a:t>
            </a:r>
            <a:r>
              <a:rPr lang="es-ES" dirty="0"/>
              <a:t> es 100% único (cada transacción está bien identificada).</a:t>
            </a:r>
            <a:endParaRPr lang="es-AR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1D65024-5C81-6E8C-FFF4-9DF289F15B6A}"/>
              </a:ext>
            </a:extLst>
          </p:cNvPr>
          <p:cNvSpPr txBox="1"/>
          <p:nvPr/>
        </p:nvSpPr>
        <p:spPr>
          <a:xfrm>
            <a:off x="0" y="541505"/>
            <a:ext cx="9462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Antes de hablar de “riesgo”, confirmamos que los datos son completos y consistentes.</a:t>
            </a:r>
            <a:endParaRPr lang="es-AR" b="1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FD2BE66-6F69-E3B3-A29B-B175AD220FCD}"/>
              </a:ext>
            </a:extLst>
          </p:cNvPr>
          <p:cNvSpPr txBox="1"/>
          <p:nvPr/>
        </p:nvSpPr>
        <p:spPr>
          <a:xfrm>
            <a:off x="0" y="4530741"/>
            <a:ext cx="6191954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Variedad suficiente para detectar patrones</a:t>
            </a:r>
          </a:p>
          <a:p>
            <a:endParaRPr lang="es-ES" sz="2000" b="1" dirty="0"/>
          </a:p>
          <a:p>
            <a:r>
              <a:rPr lang="es-ES" b="1" dirty="0"/>
              <a:t>495 cuentas </a:t>
            </a:r>
            <a:r>
              <a:rPr lang="es-ES" dirty="0"/>
              <a:t>distintas, </a:t>
            </a:r>
            <a:r>
              <a:rPr lang="es-ES" b="1" dirty="0"/>
              <a:t>100 comercios</a:t>
            </a:r>
            <a:r>
              <a:rPr lang="es-ES" dirty="0"/>
              <a:t>, </a:t>
            </a:r>
            <a:r>
              <a:rPr lang="es-ES" b="1" dirty="0"/>
              <a:t>681 dispositivos</a:t>
            </a:r>
            <a:r>
              <a:rPr lang="es-ES" dirty="0"/>
              <a:t>, </a:t>
            </a:r>
            <a:r>
              <a:rPr lang="es-ES" b="1" dirty="0"/>
              <a:t>592 </a:t>
            </a:r>
            <a:r>
              <a:rPr lang="es-ES" b="1" dirty="0" err="1"/>
              <a:t>IPs</a:t>
            </a:r>
            <a:r>
              <a:rPr lang="es-ES" dirty="0"/>
              <a:t>, </a:t>
            </a:r>
            <a:r>
              <a:rPr lang="es-ES" b="1" dirty="0"/>
              <a:t>43 ubicaciones </a:t>
            </a:r>
            <a:r>
              <a:rPr lang="es-ES" dirty="0"/>
              <a:t>(hay diversidad real para perfilar comportamiento).</a:t>
            </a:r>
            <a:endParaRPr lang="es-AR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8FDFE5E-A657-315A-424B-9854389804DE}"/>
              </a:ext>
            </a:extLst>
          </p:cNvPr>
          <p:cNvSpPr txBox="1"/>
          <p:nvPr/>
        </p:nvSpPr>
        <p:spPr>
          <a:xfrm>
            <a:off x="6096000" y="1299087"/>
            <a:ext cx="619195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Además de nulos/duplicados, validamos que los datos “tengan sentido”</a:t>
            </a:r>
          </a:p>
          <a:p>
            <a:endParaRPr lang="es-E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Rangos coherentes en variables clave (montos, saldos, edad, duración, intentos).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Canales y tipos de transacción con categorías claras y consistentes (sin valores raros).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Identificadores con la granularidad esperada: una transacción = un ID único; cuentas/comercios/</a:t>
            </a:r>
            <a:r>
              <a:rPr lang="es-ES" dirty="0" err="1"/>
              <a:t>IPs</a:t>
            </a:r>
            <a:r>
              <a:rPr lang="es-ES" dirty="0"/>
              <a:t>/dispositivos se repiten como en la vida real.</a:t>
            </a:r>
            <a:endParaRPr lang="es-AR" dirty="0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36985FB8-9966-C095-DA14-DA6232C90551}"/>
              </a:ext>
            </a:extLst>
          </p:cNvPr>
          <p:cNvCxnSpPr>
            <a:cxnSpLocks/>
          </p:cNvCxnSpPr>
          <p:nvPr/>
        </p:nvCxnSpPr>
        <p:spPr>
          <a:xfrm>
            <a:off x="6016978" y="1101928"/>
            <a:ext cx="0" cy="51340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F6FCBC9-3EED-6F95-60FE-5E7998ED4162}"/>
              </a:ext>
            </a:extLst>
          </p:cNvPr>
          <p:cNvCxnSpPr>
            <a:cxnSpLocks/>
          </p:cNvCxnSpPr>
          <p:nvPr/>
        </p:nvCxnSpPr>
        <p:spPr>
          <a:xfrm>
            <a:off x="214489" y="4222044"/>
            <a:ext cx="55992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0AC5EA2C-E2B9-5901-B9F2-524BCD688CEB}"/>
              </a:ext>
            </a:extLst>
          </p:cNvPr>
          <p:cNvCxnSpPr>
            <a:cxnSpLocks/>
          </p:cNvCxnSpPr>
          <p:nvPr/>
        </p:nvCxnSpPr>
        <p:spPr>
          <a:xfrm>
            <a:off x="6350000" y="4530741"/>
            <a:ext cx="55992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C8C2E2F-5DE9-E954-D0AC-B71249BB7F92}"/>
              </a:ext>
            </a:extLst>
          </p:cNvPr>
          <p:cNvSpPr txBox="1"/>
          <p:nvPr/>
        </p:nvSpPr>
        <p:spPr>
          <a:xfrm>
            <a:off x="6268155" y="4906498"/>
            <a:ext cx="58476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i="1" dirty="0"/>
              <a:t>“Esto nos da confianza para no estar ‘adivinando’ por datos incompletos; el </a:t>
            </a:r>
            <a:r>
              <a:rPr lang="es-ES" sz="2000" i="1" dirty="0" err="1"/>
              <a:t>dataset</a:t>
            </a:r>
            <a:r>
              <a:rPr lang="es-ES" sz="2000" i="1" dirty="0"/>
              <a:t> tiene calidad suficiente para pasar a análisis y construcción de alertas.”</a:t>
            </a:r>
            <a:endParaRPr lang="es-AR" sz="2000" i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2890D1-9EEA-7D5D-6D9D-0C0DC7291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2911" y="528339"/>
            <a:ext cx="841693" cy="84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9442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A5646A-DBE8-54FE-85F6-2E8DCB05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9347200" cy="6773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Paso 3 — Patrones generales (EDA </a:t>
            </a:r>
            <a:r>
              <a:rPr lang="es-E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univariado</a:t>
            </a:r>
            <a:r>
              <a:rPr lang="es-E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EF60522-5D0F-54E9-468E-B490896432D4}"/>
              </a:ext>
            </a:extLst>
          </p:cNvPr>
          <p:cNvSpPr txBox="1"/>
          <p:nvPr/>
        </p:nvSpPr>
        <p:spPr>
          <a:xfrm>
            <a:off x="-1" y="561753"/>
            <a:ext cx="12192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Buscamos entender el “perfil normal” de montos, saldos, intentos y canales para después detectar lo inusual.</a:t>
            </a:r>
            <a:endParaRPr lang="es-AR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B4770BC-E9A1-58B0-DE21-C6D1258E441F}"/>
              </a:ext>
            </a:extLst>
          </p:cNvPr>
          <p:cNvSpPr txBox="1"/>
          <p:nvPr/>
        </p:nvSpPr>
        <p:spPr>
          <a:xfrm>
            <a:off x="0" y="1138127"/>
            <a:ext cx="6191954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2000" b="1" dirty="0"/>
              <a:t>Hallazgos clave </a:t>
            </a:r>
          </a:p>
          <a:p>
            <a:pPr algn="ctr"/>
            <a:endParaRPr lang="es-A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/>
              <a:t>Montos (</a:t>
            </a:r>
            <a:r>
              <a:rPr lang="es-AR" b="1" dirty="0" err="1"/>
              <a:t>TransactionAmount</a:t>
            </a:r>
            <a:r>
              <a:rPr lang="es-AR" b="1" dirty="0"/>
              <a:t>): </a:t>
            </a:r>
            <a:r>
              <a:rPr lang="es-AR" dirty="0"/>
              <a:t>mediana </a:t>
            </a:r>
            <a:r>
              <a:rPr lang="es-AR" b="1" dirty="0"/>
              <a:t>$211</a:t>
            </a:r>
            <a:r>
              <a:rPr lang="es-AR" dirty="0"/>
              <a:t>, promedio </a:t>
            </a:r>
            <a:r>
              <a:rPr lang="es-AR" b="1" dirty="0"/>
              <a:t>$298</a:t>
            </a:r>
            <a:r>
              <a:rPr lang="es-AR" dirty="0"/>
              <a:t>, con casos altos hasta </a:t>
            </a:r>
            <a:r>
              <a:rPr lang="es-AR" b="1" dirty="0"/>
              <a:t>$1,919 </a:t>
            </a:r>
            <a:r>
              <a:rPr lang="es-AR" dirty="0"/>
              <a:t>→ hay cola de valores grandes (pocos muy altos). </a:t>
            </a:r>
          </a:p>
          <a:p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/>
              <a:t>Saldos (</a:t>
            </a:r>
            <a:r>
              <a:rPr lang="es-AR" b="1" dirty="0" err="1"/>
              <a:t>AccountBalance</a:t>
            </a:r>
            <a:r>
              <a:rPr lang="es-AR" b="1" dirty="0"/>
              <a:t>):</a:t>
            </a:r>
            <a:r>
              <a:rPr lang="es-AR" dirty="0"/>
              <a:t> mediana </a:t>
            </a:r>
            <a:r>
              <a:rPr lang="es-AR" b="1" dirty="0"/>
              <a:t>$4,736</a:t>
            </a:r>
            <a:r>
              <a:rPr lang="es-AR" dirty="0"/>
              <a:t>, promedio </a:t>
            </a:r>
            <a:r>
              <a:rPr lang="es-AR" b="1" dirty="0"/>
              <a:t>$5,114</a:t>
            </a:r>
            <a:r>
              <a:rPr lang="es-AR" dirty="0"/>
              <a:t>, máximo </a:t>
            </a:r>
            <a:r>
              <a:rPr lang="es-AR" b="1" dirty="0"/>
              <a:t>$14,978 </a:t>
            </a:r>
            <a:r>
              <a:rPr lang="es-AR" dirty="0"/>
              <a:t>→ rango amplio entre cuentas.</a:t>
            </a:r>
          </a:p>
          <a:p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/>
              <a:t>Intentos de </a:t>
            </a:r>
            <a:r>
              <a:rPr lang="es-AR" b="1" dirty="0" err="1"/>
              <a:t>login</a:t>
            </a:r>
            <a:r>
              <a:rPr lang="es-AR" b="1" dirty="0"/>
              <a:t> (</a:t>
            </a:r>
            <a:r>
              <a:rPr lang="es-AR" b="1" dirty="0" err="1"/>
              <a:t>LoginAttempts</a:t>
            </a:r>
            <a:r>
              <a:rPr lang="es-AR" b="1" dirty="0"/>
              <a:t>): </a:t>
            </a:r>
            <a:r>
              <a:rPr lang="es-AR" dirty="0"/>
              <a:t>casi siempre </a:t>
            </a:r>
            <a:r>
              <a:rPr lang="es-AR" b="1" dirty="0"/>
              <a:t>1</a:t>
            </a:r>
            <a:r>
              <a:rPr lang="es-AR" dirty="0"/>
              <a:t> (percentil 95 = 1) y en extremos llega a </a:t>
            </a:r>
            <a:r>
              <a:rPr lang="es-AR" b="1" dirty="0"/>
              <a:t>5</a:t>
            </a:r>
            <a:r>
              <a:rPr lang="es-AR" dirty="0"/>
              <a:t> → útil como “señal de fricción/anomalía”. </a:t>
            </a:r>
          </a:p>
          <a:p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/>
              <a:t>Canales (volumen):</a:t>
            </a:r>
            <a:r>
              <a:rPr lang="es-AR" dirty="0"/>
              <a:t> distribución bastante pareja entre </a:t>
            </a:r>
            <a:r>
              <a:rPr lang="es-AR" b="1" dirty="0"/>
              <a:t>Branch (868), ATM (833) y Online (811)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97939A60-C380-D767-DE62-A0EA16736E1E}"/>
              </a:ext>
            </a:extLst>
          </p:cNvPr>
          <p:cNvCxnSpPr>
            <a:cxnSpLocks/>
          </p:cNvCxnSpPr>
          <p:nvPr/>
        </p:nvCxnSpPr>
        <p:spPr>
          <a:xfrm>
            <a:off x="6239586" y="1162874"/>
            <a:ext cx="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" name="Imagen 18">
            <a:extLst>
              <a:ext uri="{FF2B5EF4-FFF2-40B4-BE49-F238E27FC236}">
                <a16:creationId xmlns:a16="http://schemas.microsoft.com/office/drawing/2014/main" id="{DA6A364D-9A8B-25DA-0BEC-04707B9523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0000"/>
          <a:stretch>
            <a:fillRect/>
          </a:stretch>
        </p:blipFill>
        <p:spPr>
          <a:xfrm>
            <a:off x="6592719" y="1327597"/>
            <a:ext cx="5012255" cy="3572450"/>
          </a:xfrm>
          <a:prstGeom prst="rect">
            <a:avLst/>
          </a:prstGeom>
        </p:spPr>
      </p:pic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4379226A-4F33-6974-2725-9BE4678D17EF}"/>
              </a:ext>
            </a:extLst>
          </p:cNvPr>
          <p:cNvCxnSpPr>
            <a:cxnSpLocks/>
          </p:cNvCxnSpPr>
          <p:nvPr/>
        </p:nvCxnSpPr>
        <p:spPr>
          <a:xfrm>
            <a:off x="6276622" y="1046664"/>
            <a:ext cx="0" cy="4180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984216B-711E-E69A-04CE-C4560605773E}"/>
              </a:ext>
            </a:extLst>
          </p:cNvPr>
          <p:cNvCxnSpPr>
            <a:cxnSpLocks/>
          </p:cNvCxnSpPr>
          <p:nvPr/>
        </p:nvCxnSpPr>
        <p:spPr>
          <a:xfrm>
            <a:off x="519289" y="5446999"/>
            <a:ext cx="109521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03E2978-ED54-A0A3-D0CA-FCFC1FAE8470}"/>
              </a:ext>
            </a:extLst>
          </p:cNvPr>
          <p:cNvSpPr txBox="1"/>
          <p:nvPr/>
        </p:nvSpPr>
        <p:spPr>
          <a:xfrm>
            <a:off x="2224717" y="5552335"/>
            <a:ext cx="77425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/>
              <a:t>“</a:t>
            </a:r>
            <a:r>
              <a:rPr lang="es-ES" sz="2400" i="1" dirty="0"/>
              <a:t>Este paso nos da el ‘comportamiento típico’: así definimos qué es común vs qué merece alerta cuando aparece fuera de patrón.”</a:t>
            </a:r>
            <a:endParaRPr lang="es-AR" sz="2400" i="1" dirty="0"/>
          </a:p>
        </p:txBody>
      </p:sp>
    </p:spTree>
    <p:extLst>
      <p:ext uri="{BB962C8B-B14F-4D97-AF65-F5344CB8AC3E}">
        <p14:creationId xmlns:p14="http://schemas.microsoft.com/office/powerpoint/2010/main" val="354340454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905D5B-81A8-A5BA-F070-2788B26E0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ED2528-87DA-8F04-7FBD-5DAFC413C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90578" cy="6886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Paso 4 — Relaciones clave (bivariado y multivariado)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014845B-0525-84D7-E58E-A6D95AC857F7}"/>
              </a:ext>
            </a:extLst>
          </p:cNvPr>
          <p:cNvSpPr txBox="1"/>
          <p:nvPr/>
        </p:nvSpPr>
        <p:spPr>
          <a:xfrm>
            <a:off x="0" y="503956"/>
            <a:ext cx="11717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Acá ya no miramos “una variable sola”: vemos cómo cambia el comportamiento según canal, tipo y momento.</a:t>
            </a:r>
            <a:endParaRPr lang="es-AR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6D16DBC-EDBE-888F-458C-A071905EBA56}"/>
              </a:ext>
            </a:extLst>
          </p:cNvPr>
          <p:cNvSpPr txBox="1"/>
          <p:nvPr/>
        </p:nvSpPr>
        <p:spPr>
          <a:xfrm>
            <a:off x="3783189" y="1096825"/>
            <a:ext cx="41514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Monto vs Tipo de transacción </a:t>
            </a:r>
          </a:p>
          <a:p>
            <a:pPr algn="ctr"/>
            <a:r>
              <a:rPr lang="es-ES" sz="2000" b="1" dirty="0"/>
              <a:t>comparación directa</a:t>
            </a:r>
            <a:endParaRPr lang="es-AR" sz="2000" b="1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5CFFC39-B404-4224-DA12-DFC92EDD198B}"/>
              </a:ext>
            </a:extLst>
          </p:cNvPr>
          <p:cNvSpPr txBox="1"/>
          <p:nvPr/>
        </p:nvSpPr>
        <p:spPr>
          <a:xfrm>
            <a:off x="-1292312" y="1100439"/>
            <a:ext cx="61919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/>
              <a:t>Monto vs Canal </a:t>
            </a:r>
          </a:p>
          <a:p>
            <a:pPr algn="ctr"/>
            <a:r>
              <a:rPr lang="pt-BR" sz="2000" b="1" dirty="0"/>
              <a:t>diferencias “de contexto”</a:t>
            </a:r>
            <a:endParaRPr lang="es-AR" sz="2000" b="1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0652F00-FEF0-95AC-C463-4F4FA7567013}"/>
              </a:ext>
            </a:extLst>
          </p:cNvPr>
          <p:cNvSpPr txBox="1"/>
          <p:nvPr/>
        </p:nvSpPr>
        <p:spPr>
          <a:xfrm>
            <a:off x="8572495" y="1245125"/>
            <a:ext cx="28786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2000" b="1" dirty="0"/>
              <a:t>Lectura temporal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571CBF8F-CCD3-55B3-40C7-FEBF4E2DD7DF}"/>
              </a:ext>
            </a:extLst>
          </p:cNvPr>
          <p:cNvCxnSpPr>
            <a:cxnSpLocks/>
          </p:cNvCxnSpPr>
          <p:nvPr/>
        </p:nvCxnSpPr>
        <p:spPr>
          <a:xfrm>
            <a:off x="3791657" y="1485212"/>
            <a:ext cx="0" cy="38875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A4453145-7F27-52C9-4B12-56D6273CEB6F}"/>
              </a:ext>
            </a:extLst>
          </p:cNvPr>
          <p:cNvCxnSpPr>
            <a:cxnSpLocks/>
          </p:cNvCxnSpPr>
          <p:nvPr/>
        </p:nvCxnSpPr>
        <p:spPr>
          <a:xfrm>
            <a:off x="7934676" y="1485212"/>
            <a:ext cx="0" cy="38875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7" name="Imagen 26">
            <a:extLst>
              <a:ext uri="{FF2B5EF4-FFF2-40B4-BE49-F238E27FC236}">
                <a16:creationId xmlns:a16="http://schemas.microsoft.com/office/drawing/2014/main" id="{29EBFA70-5107-72CC-6D26-FEF7507E06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118" y="1974956"/>
            <a:ext cx="3905245" cy="2692451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AD4BAB0A-1452-6B46-D248-1F6B870782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>
          <a:xfrm>
            <a:off x="-2820" y="1974955"/>
            <a:ext cx="3783188" cy="2692452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254AF2CA-772C-F324-D7CF-9F41846A43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242" y="1974955"/>
            <a:ext cx="4061175" cy="2692452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1D13DA26-DDE9-4AD2-74A3-705123575C7A}"/>
              </a:ext>
            </a:extLst>
          </p:cNvPr>
          <p:cNvSpPr txBox="1"/>
          <p:nvPr/>
        </p:nvSpPr>
        <p:spPr>
          <a:xfrm>
            <a:off x="167218" y="4667406"/>
            <a:ext cx="34431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/>
              <a:t>Los montos se distribuyen distinto por canal (</a:t>
            </a:r>
            <a:r>
              <a:rPr lang="es-AR" sz="1600" dirty="0" err="1"/>
              <a:t>boxplots</a:t>
            </a:r>
            <a:r>
              <a:rPr lang="es-AR" sz="1600" dirty="0"/>
              <a:t>). Promedio aprox</a:t>
            </a:r>
            <a:r>
              <a:rPr lang="es-AR" sz="1600" b="1" dirty="0"/>
              <a:t>.: ATM $307.7, Online $297.2, Branch $288.2.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52EC666-BD36-2C0C-FF9B-C9C0082E6FA2}"/>
              </a:ext>
            </a:extLst>
          </p:cNvPr>
          <p:cNvSpPr txBox="1"/>
          <p:nvPr/>
        </p:nvSpPr>
        <p:spPr>
          <a:xfrm>
            <a:off x="4136318" y="4772675"/>
            <a:ext cx="35108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Comparamos los montos según el tipo </a:t>
            </a:r>
            <a:r>
              <a:rPr lang="es-ES" sz="1600" b="1" dirty="0"/>
              <a:t>(</a:t>
            </a:r>
            <a:r>
              <a:rPr lang="es-ES" sz="1600" b="1" dirty="0" err="1"/>
              <a:t>Credit</a:t>
            </a:r>
            <a:r>
              <a:rPr lang="es-ES" sz="1600" b="1" dirty="0"/>
              <a:t> vs </a:t>
            </a:r>
            <a:r>
              <a:rPr lang="es-ES" sz="1600" b="1" dirty="0" err="1"/>
              <a:t>Debit</a:t>
            </a:r>
            <a:r>
              <a:rPr lang="es-ES" sz="1600" b="1" dirty="0"/>
              <a:t>) </a:t>
            </a:r>
            <a:r>
              <a:rPr lang="es-ES" sz="1600" dirty="0"/>
              <a:t>para ver si hay patrones de monto típicos por tipo.</a:t>
            </a:r>
            <a:endParaRPr lang="es-AR" sz="16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274246E-4ACC-85F2-4690-1A828556931C}"/>
              </a:ext>
            </a:extLst>
          </p:cNvPr>
          <p:cNvSpPr txBox="1"/>
          <p:nvPr/>
        </p:nvSpPr>
        <p:spPr>
          <a:xfrm>
            <a:off x="8012821" y="4852072"/>
            <a:ext cx="4301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Convertimos </a:t>
            </a:r>
            <a:r>
              <a:rPr lang="es-ES" sz="1600" b="1" dirty="0" err="1"/>
              <a:t>TransactionDate</a:t>
            </a:r>
            <a:r>
              <a:rPr lang="es-ES" sz="1600" dirty="0"/>
              <a:t> a fecha para poder ver patrones en el tiempo.</a:t>
            </a:r>
            <a:endParaRPr lang="es-AR" sz="1600" dirty="0"/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E16C3B0A-75E7-826E-8846-7F6A3BB701FD}"/>
              </a:ext>
            </a:extLst>
          </p:cNvPr>
          <p:cNvCxnSpPr>
            <a:cxnSpLocks/>
          </p:cNvCxnSpPr>
          <p:nvPr/>
        </p:nvCxnSpPr>
        <p:spPr>
          <a:xfrm flipH="1">
            <a:off x="172860" y="5744624"/>
            <a:ext cx="11437760" cy="24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264A331-41B2-5006-65C2-E278526E44F5}"/>
              </a:ext>
            </a:extLst>
          </p:cNvPr>
          <p:cNvSpPr txBox="1"/>
          <p:nvPr/>
        </p:nvSpPr>
        <p:spPr>
          <a:xfrm>
            <a:off x="282222" y="5929289"/>
            <a:ext cx="114356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i="1" dirty="0"/>
              <a:t>“Con esto entendimos qué es normal por canal/tipo y dejamos listo el terreno para construir señales y alertas sin comparar ‘peras con manzanas’.”</a:t>
            </a:r>
            <a:endParaRPr lang="es-AR" sz="2000" i="1" dirty="0"/>
          </a:p>
        </p:txBody>
      </p:sp>
    </p:spTree>
    <p:extLst>
      <p:ext uri="{BB962C8B-B14F-4D97-AF65-F5344CB8AC3E}">
        <p14:creationId xmlns:p14="http://schemas.microsoft.com/office/powerpoint/2010/main" val="418703853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B7AD43-D2BB-A04A-BA2E-62483CB86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02"/>
            <a:ext cx="9242552" cy="732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Paso 5 — Análisis por entidad: foco en “quién”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2C1D80C-104D-53E8-5822-E6366747923E}"/>
              </a:ext>
            </a:extLst>
          </p:cNvPr>
          <p:cNvSpPr txBox="1"/>
          <p:nvPr/>
        </p:nvSpPr>
        <p:spPr>
          <a:xfrm>
            <a:off x="0" y="638817"/>
            <a:ext cx="119549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En vez de mirar transacciones aisladas, agrupamos por Cuenta y Comercio para detectar patrones repetidos y priorizar investigación.</a:t>
            </a:r>
            <a:endParaRPr lang="es-AR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466FFCE-A547-A2EE-9C73-3990F1BFA644}"/>
              </a:ext>
            </a:extLst>
          </p:cNvPr>
          <p:cNvSpPr txBox="1"/>
          <p:nvPr/>
        </p:nvSpPr>
        <p:spPr>
          <a:xfrm>
            <a:off x="187678" y="1348502"/>
            <a:ext cx="572064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Cuentas con mayor concentración de alertas</a:t>
            </a:r>
          </a:p>
          <a:p>
            <a:pPr algn="ctr"/>
            <a:endParaRPr lang="es-ES" sz="2000" b="1" dirty="0"/>
          </a:p>
          <a:p>
            <a:r>
              <a:rPr lang="es-ES" sz="1600" dirty="0"/>
              <a:t>En el grafico que se muestra, la cuenta AC00460 tiene 12 transacciones y 6 alertas Top 5 (50%)</a:t>
            </a:r>
          </a:p>
          <a:p>
            <a:r>
              <a:rPr lang="es-ES" sz="1600" dirty="0"/>
              <a:t> → “cuenta a revisar primero”.</a:t>
            </a:r>
            <a:endParaRPr lang="es-AR" sz="160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B028D1A0-5A78-AC7A-8609-F4A3BE56B07E}"/>
              </a:ext>
            </a:extLst>
          </p:cNvPr>
          <p:cNvCxnSpPr>
            <a:cxnSpLocks/>
          </p:cNvCxnSpPr>
          <p:nvPr/>
        </p:nvCxnSpPr>
        <p:spPr>
          <a:xfrm>
            <a:off x="6096000" y="1659467"/>
            <a:ext cx="0" cy="41287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" name="Imagen 18">
            <a:extLst>
              <a:ext uri="{FF2B5EF4-FFF2-40B4-BE49-F238E27FC236}">
                <a16:creationId xmlns:a16="http://schemas.microsoft.com/office/drawing/2014/main" id="{74009029-A09B-A339-A118-CAB2434358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78" y="2821116"/>
            <a:ext cx="5720641" cy="3133988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29478D3B-CF0B-314C-E2A6-7A4ABDA031C0}"/>
              </a:ext>
            </a:extLst>
          </p:cNvPr>
          <p:cNvSpPr txBox="1"/>
          <p:nvPr/>
        </p:nvSpPr>
        <p:spPr>
          <a:xfrm>
            <a:off x="6345764" y="1348502"/>
            <a:ext cx="57571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Comercios con más señales repetidas</a:t>
            </a:r>
          </a:p>
          <a:p>
            <a:pPr algn="ctr"/>
            <a:endParaRPr lang="es-ES" sz="2000" b="1" dirty="0"/>
          </a:p>
          <a:p>
            <a:r>
              <a:rPr lang="es-ES" sz="1600" dirty="0"/>
              <a:t>En el siguiente grafico aparecen comercios con múltiples alertas Top 5% y Top 1%.</a:t>
            </a:r>
            <a:endParaRPr lang="es-AR" sz="16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A4A70A41-8345-6689-8DF6-714F731A67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232" y="2768794"/>
            <a:ext cx="5720639" cy="3186310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BE83E563-DF46-3A22-B6F1-9AFB5CB01CC8}"/>
              </a:ext>
            </a:extLst>
          </p:cNvPr>
          <p:cNvSpPr txBox="1"/>
          <p:nvPr/>
        </p:nvSpPr>
        <p:spPr>
          <a:xfrm>
            <a:off x="293512" y="6124050"/>
            <a:ext cx="116614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i="1" dirty="0"/>
              <a:t>“Este paso transforma alertas sueltas en un mapa de foco: qué cuentas y comercios concentran más señales, para que el equipo investigue donde más impacto hay.”</a:t>
            </a:r>
            <a:endParaRPr lang="es-AR" sz="2000" i="1" dirty="0"/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E49067CC-DC67-C0F9-6BA7-A5F3A70F3B55}"/>
              </a:ext>
            </a:extLst>
          </p:cNvPr>
          <p:cNvCxnSpPr>
            <a:cxnSpLocks/>
          </p:cNvCxnSpPr>
          <p:nvPr/>
        </p:nvCxnSpPr>
        <p:spPr>
          <a:xfrm>
            <a:off x="293512" y="6043915"/>
            <a:ext cx="11492088" cy="26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52655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F120EC-836F-AE94-50FE-2D88B0AC0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73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Paso </a:t>
            </a:r>
            <a:r>
              <a:rPr lang="es-ES" sz="3600" b="1" dirty="0"/>
              <a:t>6 — </a:t>
            </a:r>
            <a:r>
              <a:rPr lang="es-ES" sz="3600" b="1" dirty="0" err="1"/>
              <a:t>F</a:t>
            </a:r>
            <a:r>
              <a:rPr lang="es-E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eature</a:t>
            </a:r>
            <a:r>
              <a:rPr lang="es-ES" sz="3600" b="1" dirty="0"/>
              <a:t> </a:t>
            </a:r>
            <a:r>
              <a:rPr lang="es-ES" sz="3600" b="1" dirty="0" err="1"/>
              <a:t>engineering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6327CD4-43E4-EF61-A41D-1B507F0DCD61}"/>
              </a:ext>
            </a:extLst>
          </p:cNvPr>
          <p:cNvSpPr txBox="1"/>
          <p:nvPr/>
        </p:nvSpPr>
        <p:spPr>
          <a:xfrm>
            <a:off x="0" y="492667"/>
            <a:ext cx="8985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Construimos “señales” para detectar comportamientos fuera de lo normal</a:t>
            </a:r>
            <a:endParaRPr lang="es-AR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E0C63EE-732E-2AC2-9CB9-E2524E614C7A}"/>
              </a:ext>
            </a:extLst>
          </p:cNvPr>
          <p:cNvSpPr txBox="1"/>
          <p:nvPr/>
        </p:nvSpPr>
        <p:spPr>
          <a:xfrm>
            <a:off x="183444" y="1042536"/>
            <a:ext cx="5159026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¿Que se hizo en este paso?</a:t>
            </a:r>
          </a:p>
          <a:p>
            <a:pPr algn="ctr"/>
            <a:endParaRPr lang="es-E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Partimos del registro de transacciones y lo ordenamos en el tiempo para entender el contexto de cada operación.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Transformamos los datos “crudos” en señales simples y comparables (ej.: tamaño del monto vs. saldo, si fue online, si hubo varios intentos de acceso).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Agregamos contexto del historial (por cuenta, por comercio y por canal) para poder comparar cada transacción contra su comportamiento típico.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3099D82-067F-A097-2CDD-5AD95E79E9D7}"/>
              </a:ext>
            </a:extLst>
          </p:cNvPr>
          <p:cNvSpPr txBox="1"/>
          <p:nvPr/>
        </p:nvSpPr>
        <p:spPr>
          <a:xfrm>
            <a:off x="5777089" y="958755"/>
            <a:ext cx="6414911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Qué señales agregamos para entender</a:t>
            </a:r>
          </a:p>
          <a:p>
            <a:pPr algn="ctr"/>
            <a:r>
              <a:rPr lang="es-ES" sz="2000" b="1" dirty="0"/>
              <a:t> “por qué algo se ve raro”</a:t>
            </a:r>
          </a:p>
          <a:p>
            <a:pPr algn="ctr"/>
            <a:endParaRPr lang="es-E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Monto y relación con el saldo: </a:t>
            </a:r>
            <a:r>
              <a:rPr lang="es-ES" dirty="0"/>
              <a:t>identifica transacciones “grandes” respecto del saldo disponible.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Contexto de la operación:</a:t>
            </a:r>
            <a:r>
              <a:rPr lang="es-ES" dirty="0"/>
              <a:t> cuándo ocurrió (hora/día/mes) y por qué canal se hizo (por ejemplo online).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“Primera vez” por cuenta: </a:t>
            </a:r>
            <a:r>
              <a:rPr lang="es-ES" dirty="0"/>
              <a:t>detecta si aparece por primera vez un dispositivo, IP, comercio o ubicación para esa cuenta (señal de novedad).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Ritmo / actividad reciente: </a:t>
            </a:r>
            <a:r>
              <a:rPr lang="es-ES" dirty="0"/>
              <a:t>captura si la cuenta tuvo muchas operaciones en el día o un volumen diario alto.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Comparación contra historial:</a:t>
            </a:r>
            <a:r>
              <a:rPr lang="es-ES" dirty="0"/>
              <a:t> suma estadísticas por cuenta, comercio y canal para comparar contra patrones típicos.</a:t>
            </a:r>
            <a:endParaRPr lang="es-AR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937F22F6-2BD2-3955-3BEB-C71307459DF8}"/>
              </a:ext>
            </a:extLst>
          </p:cNvPr>
          <p:cNvCxnSpPr>
            <a:cxnSpLocks/>
          </p:cNvCxnSpPr>
          <p:nvPr/>
        </p:nvCxnSpPr>
        <p:spPr>
          <a:xfrm>
            <a:off x="5468057" y="1170000"/>
            <a:ext cx="0" cy="51953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2D2ED4E1-6418-6432-2755-F905874561CF}"/>
              </a:ext>
            </a:extLst>
          </p:cNvPr>
          <p:cNvCxnSpPr>
            <a:cxnSpLocks/>
          </p:cNvCxnSpPr>
          <p:nvPr/>
        </p:nvCxnSpPr>
        <p:spPr>
          <a:xfrm>
            <a:off x="183444" y="5362697"/>
            <a:ext cx="49755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1909097-ABE3-77EA-C6E0-CBCE512D9201}"/>
              </a:ext>
            </a:extLst>
          </p:cNvPr>
          <p:cNvSpPr txBox="1"/>
          <p:nvPr/>
        </p:nvSpPr>
        <p:spPr>
          <a:xfrm>
            <a:off x="246240" y="5426525"/>
            <a:ext cx="51590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i="1" dirty="0"/>
              <a:t>“Con estas señales ya creadas, el Paso 7 toma el </a:t>
            </a:r>
            <a:r>
              <a:rPr lang="es-ES" sz="2000" i="1" dirty="0" err="1"/>
              <a:t>dataset</a:t>
            </a:r>
            <a:r>
              <a:rPr lang="es-ES" sz="2000" i="1" dirty="0"/>
              <a:t> ‘</a:t>
            </a:r>
            <a:r>
              <a:rPr lang="es-ES" sz="2000" i="1" dirty="0" err="1"/>
              <a:t>model_ready</a:t>
            </a:r>
            <a:r>
              <a:rPr lang="es-ES" sz="2000" i="1" dirty="0"/>
              <a:t>’ y arma un puntaje único (</a:t>
            </a:r>
            <a:r>
              <a:rPr lang="es-ES" sz="2000" i="1" dirty="0" err="1"/>
              <a:t>risk</a:t>
            </a:r>
            <a:r>
              <a:rPr lang="es-ES" sz="2000" i="1" dirty="0"/>
              <a:t> score) y define umbrales de alerta para priorizar revisión.”</a:t>
            </a:r>
            <a:endParaRPr lang="es-AR" sz="2000" i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4A04F1F-697D-1835-6D4C-B18EB9EA00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22" y="47739"/>
            <a:ext cx="911016" cy="91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7481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4A272B-41F6-7FB2-328D-7A048594B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70"/>
            <a:ext cx="12282310" cy="12984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Paso 7 — </a:t>
            </a:r>
            <a:r>
              <a:rPr lang="es-E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Baseline</a:t>
            </a:r>
            <a:r>
              <a:rPr lang="es-E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de “señales” a una lista de casos a revisar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6BD6D95-221C-C406-7A9A-58E100131836}"/>
              </a:ext>
            </a:extLst>
          </p:cNvPr>
          <p:cNvSpPr txBox="1"/>
          <p:nvPr/>
        </p:nvSpPr>
        <p:spPr>
          <a:xfrm>
            <a:off x="-1" y="534790"/>
            <a:ext cx="7755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No confirma fraude: ordena y prioriza revisiones con explicación clara.</a:t>
            </a:r>
            <a:endParaRPr lang="es-AR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D91F109-B3DC-BD4E-5EF8-7CC5EEE8CC86}"/>
              </a:ext>
            </a:extLst>
          </p:cNvPr>
          <p:cNvSpPr txBox="1"/>
          <p:nvPr/>
        </p:nvSpPr>
        <p:spPr>
          <a:xfrm>
            <a:off x="0" y="1026210"/>
            <a:ext cx="623711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¿Qué se hizo en este paso?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Tomamos el </a:t>
            </a:r>
            <a:r>
              <a:rPr lang="es-ES" dirty="0" err="1"/>
              <a:t>dataset</a:t>
            </a:r>
            <a:r>
              <a:rPr lang="es-ES" dirty="0"/>
              <a:t> “listo” del Paso 6 y construimos un </a:t>
            </a:r>
            <a:r>
              <a:rPr lang="es-ES" b="1" dirty="0"/>
              <a:t>puntaje de riesgo por transacción </a:t>
            </a:r>
            <a:r>
              <a:rPr lang="es-ES" dirty="0"/>
              <a:t>(interpretable).Para cada caso generamos un </a:t>
            </a:r>
            <a:r>
              <a:rPr lang="es-ES" b="1" dirty="0"/>
              <a:t>motivo en texto </a:t>
            </a:r>
            <a:r>
              <a:rPr lang="es-ES" dirty="0"/>
              <a:t>(“por qué se marca”), para que la revisión sea explicable.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Definimos alertas por percentiles para priorizar: </a:t>
            </a:r>
            <a:r>
              <a:rPr lang="es-ES" b="1" dirty="0"/>
              <a:t>Top 5% (P95 ≥ 14.85) y Top 1% (P99 ≥ 16.69)</a:t>
            </a:r>
            <a:r>
              <a:rPr lang="es-E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Resultado operativo: </a:t>
            </a:r>
            <a:r>
              <a:rPr lang="es-ES" b="1" dirty="0"/>
              <a:t>126 transacciones</a:t>
            </a:r>
            <a:r>
              <a:rPr lang="es-ES" dirty="0"/>
              <a:t> en Top 5% (~5%) y </a:t>
            </a:r>
            <a:r>
              <a:rPr lang="es-ES" b="1" dirty="0"/>
              <a:t>26 transacciones </a:t>
            </a:r>
            <a:r>
              <a:rPr lang="es-ES" dirty="0"/>
              <a:t>en Top 1% (~1%).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Entregable final del paso: ranking de transacciones (ej.: top transacciones con score + motivo).</a:t>
            </a:r>
            <a:endParaRPr lang="es-AR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AEAD2DE-2ABD-8353-859B-39D40DC887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155" y="1026210"/>
            <a:ext cx="5907845" cy="3524397"/>
          </a:xfrm>
          <a:prstGeom prst="rect">
            <a:avLst/>
          </a:prstGeom>
        </p:spPr>
      </p:pic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D70BD6C-D478-C93D-81A2-B35B08A1A2E0}"/>
              </a:ext>
            </a:extLst>
          </p:cNvPr>
          <p:cNvCxnSpPr>
            <a:cxnSpLocks/>
          </p:cNvCxnSpPr>
          <p:nvPr/>
        </p:nvCxnSpPr>
        <p:spPr>
          <a:xfrm>
            <a:off x="6096000" y="904122"/>
            <a:ext cx="0" cy="51953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758AC44-59A6-3964-7674-6F669946AE54}"/>
              </a:ext>
            </a:extLst>
          </p:cNvPr>
          <p:cNvCxnSpPr>
            <a:cxnSpLocks/>
          </p:cNvCxnSpPr>
          <p:nvPr/>
        </p:nvCxnSpPr>
        <p:spPr>
          <a:xfrm>
            <a:off x="259644" y="5304304"/>
            <a:ext cx="54638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BEE9F10-C163-6439-DD20-5628077BFDBF}"/>
              </a:ext>
            </a:extLst>
          </p:cNvPr>
          <p:cNvSpPr txBox="1"/>
          <p:nvPr/>
        </p:nvSpPr>
        <p:spPr>
          <a:xfrm>
            <a:off x="6237110" y="4573237"/>
            <a:ext cx="62371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Proporción de transacciones en alerta (Top 5%) por canal:</a:t>
            </a:r>
          </a:p>
          <a:p>
            <a:r>
              <a:rPr lang="es-E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Online</a:t>
            </a:r>
            <a:r>
              <a:rPr lang="es-ES" dirty="0"/>
              <a:t> concentra la mayor tasa (~7.64%)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Branch</a:t>
            </a:r>
            <a:r>
              <a:rPr lang="es-ES" dirty="0"/>
              <a:t> (~3.92%)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ATM </a:t>
            </a:r>
            <a:r>
              <a:rPr lang="es-ES" dirty="0"/>
              <a:t>(~3.60%) quedan por debajo</a:t>
            </a:r>
            <a:endParaRPr lang="es-AR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DF2D7A1-A8E0-6320-38CD-2DFD9561BA35}"/>
              </a:ext>
            </a:extLst>
          </p:cNvPr>
          <p:cNvSpPr txBox="1"/>
          <p:nvPr/>
        </p:nvSpPr>
        <p:spPr>
          <a:xfrm>
            <a:off x="129822" y="5388845"/>
            <a:ext cx="59661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i="1" dirty="0"/>
              <a:t>“Este </a:t>
            </a:r>
            <a:r>
              <a:rPr lang="es-ES" sz="2000" i="1" dirty="0" err="1"/>
              <a:t>baseline</a:t>
            </a:r>
            <a:r>
              <a:rPr lang="es-ES" sz="2000" i="1" dirty="0"/>
              <a:t> nos permite pasar de mirar transacciones ‘a ciegas’ a tener una cola de revisión priorizada (Top 1% / Top 5%), con explicación clara de cada alerta.”</a:t>
            </a:r>
            <a:endParaRPr lang="es-AR" sz="2000" i="1" dirty="0"/>
          </a:p>
        </p:txBody>
      </p:sp>
    </p:spTree>
    <p:extLst>
      <p:ext uri="{BB962C8B-B14F-4D97-AF65-F5344CB8AC3E}">
        <p14:creationId xmlns:p14="http://schemas.microsoft.com/office/powerpoint/2010/main" val="249134402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1AB324-67E6-F6CB-C193-52A262254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9910"/>
            <a:ext cx="9810044" cy="7645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Paso 7.b — Manejo de </a:t>
            </a:r>
            <a:r>
              <a:rPr lang="es-E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outliers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658F7B6-72BB-6091-4F4D-DC45D976459C}"/>
              </a:ext>
            </a:extLst>
          </p:cNvPr>
          <p:cNvSpPr txBox="1"/>
          <p:nvPr/>
        </p:nvSpPr>
        <p:spPr>
          <a:xfrm>
            <a:off x="0" y="441351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En vez de evaluar una anomalía aislada, medimos cuántas señales se activan juntas en una transacción: a más señales, mayor prioridad operativa (sospecha ≠ fraude).</a:t>
            </a:r>
            <a:endParaRPr lang="es-AR" b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1D69C1C-33BA-50A0-6244-CB846AA2A916}"/>
              </a:ext>
            </a:extLst>
          </p:cNvPr>
          <p:cNvSpPr txBox="1"/>
          <p:nvPr/>
        </p:nvSpPr>
        <p:spPr>
          <a:xfrm>
            <a:off x="0" y="1143249"/>
            <a:ext cx="5497689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Qué se hace en este paso</a:t>
            </a:r>
          </a:p>
          <a:p>
            <a:pPr algn="ctr"/>
            <a:endParaRPr lang="es-ES" sz="2000" b="1" dirty="0"/>
          </a:p>
          <a:p>
            <a:pPr marL="342900" indent="-342900">
              <a:buFont typeface="+mj-lt"/>
              <a:buAutoNum type="arabicPeriod"/>
            </a:pPr>
            <a:r>
              <a:rPr lang="es-AR" b="1" dirty="0"/>
              <a:t>Define </a:t>
            </a:r>
            <a:r>
              <a:rPr lang="es-AR" b="1" dirty="0" err="1"/>
              <a:t>outliers</a:t>
            </a:r>
            <a:r>
              <a:rPr lang="es-AR" b="1" dirty="0"/>
              <a:t> contextuales: </a:t>
            </a:r>
            <a:r>
              <a:rPr lang="es-AR" dirty="0"/>
              <a:t>transacciones que pueden ser normales “globalmente”, pero </a:t>
            </a:r>
            <a:r>
              <a:rPr lang="es-AR" b="1" dirty="0"/>
              <a:t>raras para su cuenta/canal/comercio.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Comparamos cada transacción contra su referencia “normal” y marcamos señales, luego las contamos.</a:t>
            </a:r>
          </a:p>
          <a:p>
            <a:pPr marL="342900" indent="-342900">
              <a:buFont typeface="+mj-lt"/>
              <a:buAutoNum type="arabicPeriod"/>
            </a:pPr>
            <a:r>
              <a:rPr lang="es-AR" b="1" dirty="0" err="1"/>
              <a:t>Rankea</a:t>
            </a:r>
            <a:r>
              <a:rPr lang="es-AR" b="1" dirty="0"/>
              <a:t> casos extremos: </a:t>
            </a:r>
            <a:r>
              <a:rPr lang="es-AR" dirty="0"/>
              <a:t>prioriza revisión manual cuando hay </a:t>
            </a:r>
            <a:r>
              <a:rPr lang="es-AR" b="1" dirty="0"/>
              <a:t>múltiples señales</a:t>
            </a:r>
            <a:r>
              <a:rPr lang="es-AR" dirty="0"/>
              <a:t> en la misma transacción (2+, 3+, etc.).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C7E4C27-46B8-1A83-15A2-36A37B12DE06}"/>
              </a:ext>
            </a:extLst>
          </p:cNvPr>
          <p:cNvSpPr txBox="1"/>
          <p:nvPr/>
        </p:nvSpPr>
        <p:spPr>
          <a:xfrm>
            <a:off x="6176381" y="4528400"/>
            <a:ext cx="56923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La mayoría de los casos tienen </a:t>
            </a:r>
            <a:r>
              <a:rPr lang="es-AR" b="1" dirty="0"/>
              <a:t>1 señal: 70,9%.</a:t>
            </a:r>
          </a:p>
          <a:p>
            <a:endParaRPr lang="es-A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Luego: </a:t>
            </a:r>
            <a:r>
              <a:rPr lang="es-AR" b="1" dirty="0"/>
              <a:t>2 señales 15,8%, 3 señales 8,2%, 4 señales 2,95%, 5 señales 2,15%. </a:t>
            </a:r>
            <a:r>
              <a:rPr lang="es-ES" b="1" dirty="0"/>
              <a:t>Los casos más extremos (4–5 señales) son pocos y se revisan primero.</a:t>
            </a:r>
            <a:endParaRPr lang="es-AR" b="1" dirty="0"/>
          </a:p>
          <a:p>
            <a:endParaRPr lang="es-AR" b="1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2240BF76-C523-B4D7-6EC9-BB16A3A13F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452" y="1143249"/>
            <a:ext cx="6499680" cy="3225241"/>
          </a:xfrm>
          <a:prstGeom prst="rect">
            <a:avLst/>
          </a:prstGeom>
        </p:spPr>
      </p:pic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6C13146-6042-CCF5-F821-6F0D039D53BA}"/>
              </a:ext>
            </a:extLst>
          </p:cNvPr>
          <p:cNvCxnSpPr>
            <a:cxnSpLocks/>
          </p:cNvCxnSpPr>
          <p:nvPr/>
        </p:nvCxnSpPr>
        <p:spPr>
          <a:xfrm>
            <a:off x="5658452" y="1143249"/>
            <a:ext cx="0" cy="5273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1918368D-DDF5-7A99-D74B-1B8EA44107FD}"/>
              </a:ext>
            </a:extLst>
          </p:cNvPr>
          <p:cNvCxnSpPr>
            <a:cxnSpLocks/>
          </p:cNvCxnSpPr>
          <p:nvPr/>
        </p:nvCxnSpPr>
        <p:spPr>
          <a:xfrm>
            <a:off x="203199" y="4481689"/>
            <a:ext cx="51251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7D041B5-1B89-6FF3-9332-A7DD6A21FCD9}"/>
              </a:ext>
            </a:extLst>
          </p:cNvPr>
          <p:cNvSpPr txBox="1"/>
          <p:nvPr/>
        </p:nvSpPr>
        <p:spPr>
          <a:xfrm>
            <a:off x="203199" y="4547285"/>
            <a:ext cx="512515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i="1" dirty="0"/>
              <a:t>“Como tratamiento para los </a:t>
            </a:r>
            <a:r>
              <a:rPr lang="es-ES" sz="2000" i="1" dirty="0" err="1"/>
              <a:t>outliers</a:t>
            </a:r>
            <a:r>
              <a:rPr lang="es-ES" sz="2000" i="1" dirty="0"/>
              <a:t>, los convertimos en señales explicables y se prioriza por acumulación si una transacción activa múltiples señales al mismo tiempo, sube en la cola de revisión porque combina más evidencias de comportamiento inusual, este paso complementa con el </a:t>
            </a:r>
            <a:r>
              <a:rPr lang="es-ES" sz="2000" i="1" dirty="0" err="1"/>
              <a:t>baseline</a:t>
            </a:r>
            <a:r>
              <a:rPr lang="es-ES" sz="2000" i="1" dirty="0"/>
              <a:t>.”</a:t>
            </a:r>
            <a:endParaRPr lang="es-AR" sz="2000" i="1" dirty="0"/>
          </a:p>
        </p:txBody>
      </p:sp>
    </p:spTree>
    <p:extLst>
      <p:ext uri="{BB962C8B-B14F-4D97-AF65-F5344CB8AC3E}">
        <p14:creationId xmlns:p14="http://schemas.microsoft.com/office/powerpoint/2010/main" val="186215329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2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D3366D-518D-9A44-9556-028EA5BA8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1176000" cy="609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Resultados finales: alertas + rankings accionables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E5CC463-0B2E-F51B-ADDC-1BF17EE9AFC5}"/>
              </a:ext>
            </a:extLst>
          </p:cNvPr>
          <p:cNvSpPr txBox="1"/>
          <p:nvPr/>
        </p:nvSpPr>
        <p:spPr>
          <a:xfrm>
            <a:off x="169333" y="609600"/>
            <a:ext cx="11853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Entregamos un sistema de priorización: puntaje de riesgo + motivo por transacción, y rankings para revisión.</a:t>
            </a:r>
            <a:endParaRPr lang="es-AR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CD24AC2-0894-088D-060C-B5941CCFFA5A}"/>
              </a:ext>
            </a:extLst>
          </p:cNvPr>
          <p:cNvSpPr txBox="1"/>
          <p:nvPr/>
        </p:nvSpPr>
        <p:spPr>
          <a:xfrm>
            <a:off x="169333" y="1219200"/>
            <a:ext cx="116275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/>
              <a:t>Dónde se concentra el riesgo (Top 5%): Online 7.64% </a:t>
            </a:r>
            <a:r>
              <a:rPr lang="es-AR" dirty="0"/>
              <a:t>(más alto) vs </a:t>
            </a:r>
            <a:r>
              <a:rPr lang="es-AR" b="1" dirty="0"/>
              <a:t>Branch 3.92% </a:t>
            </a:r>
            <a:r>
              <a:rPr lang="es-AR" dirty="0"/>
              <a:t>y </a:t>
            </a:r>
            <a:r>
              <a:rPr lang="es-AR" b="1" dirty="0"/>
              <a:t>ATM 3.60%. </a:t>
            </a:r>
          </a:p>
          <a:p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/>
              <a:t>Casos extremos: </a:t>
            </a:r>
            <a:r>
              <a:rPr lang="es-AR" dirty="0"/>
              <a:t>el </a:t>
            </a:r>
            <a:r>
              <a:rPr lang="es-AR" b="1" dirty="0" err="1"/>
              <a:t>risk</a:t>
            </a:r>
            <a:r>
              <a:rPr lang="es-AR" b="1" dirty="0"/>
              <a:t> score máximo </a:t>
            </a:r>
            <a:r>
              <a:rPr lang="es-AR" dirty="0"/>
              <a:t>observado llega a </a:t>
            </a:r>
            <a:r>
              <a:rPr lang="es-AR" b="1" dirty="0"/>
              <a:t>20.04</a:t>
            </a:r>
            <a:r>
              <a:rPr lang="es-AR" dirty="0"/>
              <a:t> (transacciones con múltiples señales activadas). </a:t>
            </a:r>
          </a:p>
          <a:p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 err="1"/>
              <a:t>Outliers</a:t>
            </a:r>
            <a:r>
              <a:rPr lang="es-AR" b="1" dirty="0"/>
              <a:t> contextuales </a:t>
            </a:r>
            <a:r>
              <a:rPr lang="es-AR" dirty="0"/>
              <a:t>(refuerzo de priorización): </a:t>
            </a:r>
            <a:r>
              <a:rPr lang="es-AR" b="1" dirty="0"/>
              <a:t>29.10%</a:t>
            </a:r>
            <a:r>
              <a:rPr lang="es-AR" dirty="0"/>
              <a:t> activa </a:t>
            </a:r>
            <a:r>
              <a:rPr lang="es-AR" b="1" dirty="0"/>
              <a:t>2+ señales </a:t>
            </a:r>
            <a:r>
              <a:rPr lang="es-AR" dirty="0"/>
              <a:t>y </a:t>
            </a:r>
            <a:r>
              <a:rPr lang="es-AR" b="1" dirty="0"/>
              <a:t>13.30%</a:t>
            </a:r>
            <a:r>
              <a:rPr lang="es-AR" dirty="0"/>
              <a:t> activa </a:t>
            </a:r>
            <a:r>
              <a:rPr lang="es-AR" b="1" dirty="0"/>
              <a:t>3+ señales </a:t>
            </a:r>
            <a:r>
              <a:rPr lang="es-AR" dirty="0"/>
              <a:t>(alta prioridad). </a:t>
            </a:r>
          </a:p>
          <a:p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/>
              <a:t>Principal cuenta a monitorear: </a:t>
            </a:r>
            <a:r>
              <a:rPr lang="es-AR" dirty="0"/>
              <a:t>la cuenta con más alertas Top 5% es </a:t>
            </a:r>
            <a:r>
              <a:rPr lang="es-AR" b="1" dirty="0"/>
              <a:t>AC00460 (6 transacciones)</a:t>
            </a:r>
            <a:r>
              <a:rPr lang="es-AR" dirty="0"/>
              <a:t>; su </a:t>
            </a:r>
            <a:r>
              <a:rPr lang="es-AR" b="1" dirty="0" err="1"/>
              <a:t>max</a:t>
            </a:r>
            <a:r>
              <a:rPr lang="es-AR" b="1" dirty="0"/>
              <a:t> </a:t>
            </a:r>
            <a:r>
              <a:rPr lang="es-AR" b="1" dirty="0" err="1"/>
              <a:t>risk</a:t>
            </a:r>
            <a:r>
              <a:rPr lang="es-AR" dirty="0"/>
              <a:t> llega a </a:t>
            </a:r>
            <a:r>
              <a:rPr lang="es-AR" b="1" dirty="0"/>
              <a:t>18.26.</a:t>
            </a:r>
            <a:r>
              <a:rPr lang="es-AR" dirty="0"/>
              <a:t> </a:t>
            </a:r>
          </a:p>
          <a:p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/>
              <a:t>Principal comercio a monitorear: </a:t>
            </a:r>
            <a:r>
              <a:rPr lang="es-AR" dirty="0"/>
              <a:t>el comercio con más alertas Top 5% es </a:t>
            </a:r>
            <a:r>
              <a:rPr lang="es-AR" b="1" dirty="0"/>
              <a:t>M067 (4 transacciones) </a:t>
            </a:r>
            <a:r>
              <a:rPr lang="es-AR" dirty="0"/>
              <a:t>y aparece con </a:t>
            </a:r>
            <a:r>
              <a:rPr lang="es-AR" b="1" dirty="0"/>
              <a:t>25 cuentas únicas </a:t>
            </a:r>
            <a:r>
              <a:rPr lang="es-AR" dirty="0"/>
              <a:t>(patrón a revisar).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1DC2E09-0BD1-149E-5709-E88E029F8068}"/>
              </a:ext>
            </a:extLst>
          </p:cNvPr>
          <p:cNvSpPr txBox="1"/>
          <p:nvPr/>
        </p:nvSpPr>
        <p:spPr>
          <a:xfrm>
            <a:off x="169333" y="5423171"/>
            <a:ext cx="98100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i="1" dirty="0"/>
              <a:t>Para cerrar: esto no confirma fraude, sino que prioriza qué revisar con explicación. Los rankings indican Top transacciones, Top cuentas y Top comercios para enfocar el esfuerzo.</a:t>
            </a:r>
            <a:endParaRPr lang="es-AR" sz="2000" i="1" dirty="0"/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E941C0D8-D390-F724-1D48-912AEE25F27F}"/>
              </a:ext>
            </a:extLst>
          </p:cNvPr>
          <p:cNvCxnSpPr>
            <a:cxnSpLocks/>
          </p:cNvCxnSpPr>
          <p:nvPr/>
        </p:nvCxnSpPr>
        <p:spPr>
          <a:xfrm>
            <a:off x="349956" y="4990249"/>
            <a:ext cx="11492088" cy="26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6188B2BB-FFBA-BA5E-D919-2957F71A25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712" y="5273254"/>
            <a:ext cx="1165580" cy="116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93899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AAB02-333D-4167-EA71-F4B9D9690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04200" cy="763764"/>
          </a:xfrm>
        </p:spPr>
        <p:txBody>
          <a:bodyPr>
            <a:normAutofit/>
          </a:bodyPr>
          <a:lstStyle/>
          <a:p>
            <a:r>
              <a:rPr lang="es-ES" sz="3600" b="1" dirty="0"/>
              <a:t>Donde ver las tablas creadas </a:t>
            </a:r>
            <a:endParaRPr lang="es-AR" sz="36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A5B7D3B-2680-6279-7E5C-452F1C0D3A60}"/>
              </a:ext>
            </a:extLst>
          </p:cNvPr>
          <p:cNvSpPr txBox="1"/>
          <p:nvPr/>
        </p:nvSpPr>
        <p:spPr>
          <a:xfrm>
            <a:off x="1433689" y="748595"/>
            <a:ext cx="93246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dirty="0"/>
              <a:t>Estas tablas se ven en los CSV de outputs/tables/ (rankings y resúmenes: ranking_top_transacciones.csv,</a:t>
            </a:r>
          </a:p>
          <a:p>
            <a:pPr algn="ctr"/>
            <a:r>
              <a:rPr lang="es-AR" dirty="0"/>
              <a:t> ranking_top_cuentas.csv,</a:t>
            </a:r>
          </a:p>
          <a:p>
            <a:pPr algn="ctr"/>
            <a:r>
              <a:rPr lang="es-AR" dirty="0"/>
              <a:t> ranking_top_comercios.csv,</a:t>
            </a:r>
          </a:p>
          <a:p>
            <a:pPr algn="ctr"/>
            <a:r>
              <a:rPr lang="es-AR" dirty="0"/>
              <a:t> ranking_canales.csv </a:t>
            </a:r>
          </a:p>
          <a:p>
            <a:pPr algn="ctr"/>
            <a:r>
              <a:rPr lang="es-AR" dirty="0"/>
              <a:t>y los resumen_top10_*.csv para arrancar por lo más crítico).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BE21ABD-7009-68F0-695B-5571C252A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891" y="2502921"/>
            <a:ext cx="8342218" cy="411875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C79CA0B-5080-646E-2E36-AA4C254DE0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9065" y="943334"/>
            <a:ext cx="1738491" cy="173849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26D4267-FAD6-EC91-6657-84FEA841DF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3" y="3429000"/>
            <a:ext cx="1569607" cy="156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2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686AE-97CE-224E-537B-D87B13FC8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264310" cy="662781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Bonus API</a:t>
            </a:r>
            <a:endParaRPr lang="es-AR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24E7885-934B-5DB2-2347-DCE39178BD4B}"/>
              </a:ext>
            </a:extLst>
          </p:cNvPr>
          <p:cNvSpPr txBox="1"/>
          <p:nvPr/>
        </p:nvSpPr>
        <p:spPr>
          <a:xfrm>
            <a:off x="0" y="643117"/>
            <a:ext cx="550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Como bonus para el proyecto y para completar la consigna se agrego un notebook donde podemos ver como manipulamos datos extraídos de una API.</a:t>
            </a:r>
            <a:endParaRPr lang="es-A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4743A79-7CA5-AD9B-D1C8-ABA18C023DC7}"/>
              </a:ext>
            </a:extLst>
          </p:cNvPr>
          <p:cNvCxnSpPr>
            <a:cxnSpLocks/>
          </p:cNvCxnSpPr>
          <p:nvPr/>
        </p:nvCxnSpPr>
        <p:spPr>
          <a:xfrm>
            <a:off x="5658452" y="331390"/>
            <a:ext cx="0" cy="60852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8CDAD6D0-9154-63DD-04BF-BC69849A9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841" y="243348"/>
            <a:ext cx="6233674" cy="298764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1019E5B-F39A-04EC-301D-C8152582E8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838" y="3627003"/>
            <a:ext cx="6233675" cy="2987649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94B0AF0-3923-923A-CCB1-10609B196621}"/>
              </a:ext>
            </a:extLst>
          </p:cNvPr>
          <p:cNvCxnSpPr>
            <a:cxnSpLocks/>
          </p:cNvCxnSpPr>
          <p:nvPr/>
        </p:nvCxnSpPr>
        <p:spPr>
          <a:xfrm flipH="1">
            <a:off x="5904257" y="3374019"/>
            <a:ext cx="604683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92806E5-0A3D-96D4-1F99-606432BBDDBC}"/>
              </a:ext>
            </a:extLst>
          </p:cNvPr>
          <p:cNvSpPr txBox="1"/>
          <p:nvPr/>
        </p:nvSpPr>
        <p:spPr>
          <a:xfrm>
            <a:off x="0" y="1737172"/>
            <a:ext cx="509310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¿Qué se hizo en este notebook?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 utilizó </a:t>
            </a:r>
            <a:r>
              <a:rPr lang="es-ES" b="1" dirty="0"/>
              <a:t>información real y actualizada </a:t>
            </a:r>
            <a:r>
              <a:rPr lang="es-ES" dirty="0"/>
              <a:t>de internet sobre el valor de distintas monedas.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programa obtiene </a:t>
            </a:r>
            <a:r>
              <a:rPr lang="es-ES" b="1" dirty="0"/>
              <a:t>automáticamente las cotizaciones</a:t>
            </a:r>
            <a:r>
              <a:rPr lang="es-ES" dirty="0"/>
              <a:t> del dólar, euro, etc.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 realizaron </a:t>
            </a:r>
            <a:r>
              <a:rPr lang="es-ES" b="1" dirty="0"/>
              <a:t>conversiones de moneda.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Los datos obtenidos se representaron de forma visual mediante </a:t>
            </a:r>
            <a:r>
              <a:rPr lang="es-ES" b="1" dirty="0"/>
              <a:t>gráficos claros y fáciles de entender.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trabajo demuestra cómo un sistema puede usar </a:t>
            </a:r>
            <a:r>
              <a:rPr lang="es-ES" b="1" dirty="0"/>
              <a:t>información externa sin cargar datos manualmente.</a:t>
            </a: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24939862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3013</Words>
  <Application>Microsoft Office PowerPoint</Application>
  <PresentationFormat>Panorámica</PresentationFormat>
  <Paragraphs>188</Paragraphs>
  <Slides>13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Neue Haas Grotesk Text Pro</vt:lpstr>
      <vt:lpstr>Segoe UI</vt:lpstr>
      <vt:lpstr>Tema de Office</vt:lpstr>
      <vt:lpstr>Sistema de Alertas para Transacciones Sospechosas</vt:lpstr>
      <vt:lpstr>Contexto: Crecimiento y Desafíos</vt:lpstr>
      <vt:lpstr>Paso 1 — Entendimos el dataset (Data Understanding)</vt:lpstr>
      <vt:lpstr>Paso 2 — Validamos la calidad del dataset (Data Quality)</vt:lpstr>
      <vt:lpstr>Paso 3 — Patrones generales (EDA univariado)</vt:lpstr>
      <vt:lpstr>Paso 4 — Relaciones clave (bivariado y multivariado)</vt:lpstr>
      <vt:lpstr>Paso 5 — Análisis por entidad: foco en “quién”</vt:lpstr>
      <vt:lpstr>Paso 6 — Feature engineering</vt:lpstr>
      <vt:lpstr>Paso 7 — Baseline: de “señales” a una lista de casos a revisar</vt:lpstr>
      <vt:lpstr>Paso 7.b — Manejo de outliers</vt:lpstr>
      <vt:lpstr>Resultados finales: alertas + rankings accionables</vt:lpstr>
      <vt:lpstr>Donde ver las tablas creadas </vt:lpstr>
      <vt:lpstr>Bonus API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Tuche Rodriguez</dc:creator>
  <cp:lastModifiedBy>Tuche Rodriguez</cp:lastModifiedBy>
  <cp:revision>1</cp:revision>
  <dcterms:created xsi:type="dcterms:W3CDTF">2026-03-22T22:47:54Z</dcterms:created>
  <dcterms:modified xsi:type="dcterms:W3CDTF">2026-03-23T17:34:37Z</dcterms:modified>
</cp:coreProperties>
</file>